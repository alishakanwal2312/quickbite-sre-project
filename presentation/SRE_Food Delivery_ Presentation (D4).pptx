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9" r:id="rId11"/>
    <p:sldId id="270" r:id="rId12"/>
    <p:sldId id="271" r:id="rId13"/>
    <p:sldId id="264" r:id="rId14"/>
    <p:sldId id="272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7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4EF57B-5918-491B-9645-ABD9D0E8A3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4B5F89B-87EC-4351-BEDF-A1817A834619}">
      <dgm:prSet/>
      <dgm:spPr/>
      <dgm:t>
        <a:bodyPr/>
        <a:lstStyle/>
        <a:p>
          <a:r>
            <a:rPr lang="en-US"/>
            <a:t>- Food delivery services are becoming an important part of daily life.</a:t>
          </a:r>
        </a:p>
      </dgm:t>
    </dgm:pt>
    <dgm:pt modelId="{19C7814C-C1D3-4D70-B2B4-C4EB95EF409D}" type="parTrans" cxnId="{F35249B0-5D25-47F8-B163-A5CE8FD00756}">
      <dgm:prSet/>
      <dgm:spPr/>
      <dgm:t>
        <a:bodyPr/>
        <a:lstStyle/>
        <a:p>
          <a:endParaRPr lang="en-US"/>
        </a:p>
      </dgm:t>
    </dgm:pt>
    <dgm:pt modelId="{7E189AB9-C218-4DF5-84B4-26C9266170D0}" type="sibTrans" cxnId="{F35249B0-5D25-47F8-B163-A5CE8FD00756}">
      <dgm:prSet/>
      <dgm:spPr/>
      <dgm:t>
        <a:bodyPr/>
        <a:lstStyle/>
        <a:p>
          <a:endParaRPr lang="en-US"/>
        </a:p>
      </dgm:t>
    </dgm:pt>
    <dgm:pt modelId="{DBBFD9CF-61EA-4575-ABD0-F7BE55E37C50}">
      <dgm:prSet/>
      <dgm:spPr/>
      <dgm:t>
        <a:bodyPr/>
        <a:lstStyle/>
        <a:p>
          <a:r>
            <a:rPr lang="en-US"/>
            <a:t>- Traditional ordering methods create delays and management problems.</a:t>
          </a:r>
        </a:p>
      </dgm:t>
    </dgm:pt>
    <dgm:pt modelId="{A6F23E54-6938-4E3B-BFCD-8E7026548EB5}" type="parTrans" cxnId="{054F6DC5-B9B0-4D25-8C22-2D5E9E8D9A2B}">
      <dgm:prSet/>
      <dgm:spPr/>
      <dgm:t>
        <a:bodyPr/>
        <a:lstStyle/>
        <a:p>
          <a:endParaRPr lang="en-US"/>
        </a:p>
      </dgm:t>
    </dgm:pt>
    <dgm:pt modelId="{5BBF7F07-4043-47D7-8DB2-983A004A6990}" type="sibTrans" cxnId="{054F6DC5-B9B0-4D25-8C22-2D5E9E8D9A2B}">
      <dgm:prSet/>
      <dgm:spPr/>
      <dgm:t>
        <a:bodyPr/>
        <a:lstStyle/>
        <a:p>
          <a:endParaRPr lang="en-US"/>
        </a:p>
      </dgm:t>
    </dgm:pt>
    <dgm:pt modelId="{6628A386-9751-4DC3-892A-D6F8E7297F07}">
      <dgm:prSet/>
      <dgm:spPr/>
      <dgm:t>
        <a:bodyPr/>
        <a:lstStyle/>
        <a:p>
          <a:r>
            <a:rPr lang="en-US"/>
            <a:t>- Customers face issues like delayed deliveries, wrong orders, and lack of order tracking.</a:t>
          </a:r>
        </a:p>
      </dgm:t>
    </dgm:pt>
    <dgm:pt modelId="{28117B7C-E70E-495A-93FE-A75A2BBCBD2A}" type="parTrans" cxnId="{CE7CCBDE-781E-4CC2-B7D6-B515F9A20987}">
      <dgm:prSet/>
      <dgm:spPr/>
      <dgm:t>
        <a:bodyPr/>
        <a:lstStyle/>
        <a:p>
          <a:endParaRPr lang="en-US"/>
        </a:p>
      </dgm:t>
    </dgm:pt>
    <dgm:pt modelId="{1D1FDA25-0C0A-4085-BEE1-513EA2CCC6C1}" type="sibTrans" cxnId="{CE7CCBDE-781E-4CC2-B7D6-B515F9A20987}">
      <dgm:prSet/>
      <dgm:spPr/>
      <dgm:t>
        <a:bodyPr/>
        <a:lstStyle/>
        <a:p>
          <a:endParaRPr lang="en-US"/>
        </a:p>
      </dgm:t>
    </dgm:pt>
    <dgm:pt modelId="{C232A9DA-274E-4F36-809F-A923356FD5F3}">
      <dgm:prSet/>
      <dgm:spPr/>
      <dgm:t>
        <a:bodyPr/>
        <a:lstStyle/>
        <a:p>
          <a:r>
            <a:rPr lang="en-US"/>
            <a:t>- QuickBite provides a digital solution for online food ordering and delivery management.</a:t>
          </a:r>
        </a:p>
      </dgm:t>
    </dgm:pt>
    <dgm:pt modelId="{79A08076-9BF5-42AF-BD7C-06128D615450}" type="parTrans" cxnId="{3249C1C8-2A86-4F88-9768-3DC32CD59AE6}">
      <dgm:prSet/>
      <dgm:spPr/>
      <dgm:t>
        <a:bodyPr/>
        <a:lstStyle/>
        <a:p>
          <a:endParaRPr lang="en-US"/>
        </a:p>
      </dgm:t>
    </dgm:pt>
    <dgm:pt modelId="{3146E8B2-E94C-4005-B716-D7CF63A30A36}" type="sibTrans" cxnId="{3249C1C8-2A86-4F88-9768-3DC32CD59AE6}">
      <dgm:prSet/>
      <dgm:spPr/>
      <dgm:t>
        <a:bodyPr/>
        <a:lstStyle/>
        <a:p>
          <a:endParaRPr lang="en-US"/>
        </a:p>
      </dgm:t>
    </dgm:pt>
    <dgm:pt modelId="{1CA4CE7C-149D-4258-BFD9-724B20D42332}" type="pres">
      <dgm:prSet presAssocID="{604EF57B-5918-491B-9645-ABD9D0E8A3AA}" presName="root" presStyleCnt="0">
        <dgm:presLayoutVars>
          <dgm:dir/>
          <dgm:resizeHandles val="exact"/>
        </dgm:presLayoutVars>
      </dgm:prSet>
      <dgm:spPr/>
    </dgm:pt>
    <dgm:pt modelId="{CA172E13-8E2A-4E30-AB2B-FBD4390B7746}" type="pres">
      <dgm:prSet presAssocID="{24B5F89B-87EC-4351-BEDF-A1817A834619}" presName="compNode" presStyleCnt="0"/>
      <dgm:spPr/>
    </dgm:pt>
    <dgm:pt modelId="{A1988303-9E97-40FD-AD6D-D277F28EDB81}" type="pres">
      <dgm:prSet presAssocID="{24B5F89B-87EC-4351-BEDF-A1817A834619}" presName="bgRect" presStyleLbl="bgShp" presStyleIdx="0" presStyleCnt="4"/>
      <dgm:spPr/>
    </dgm:pt>
    <dgm:pt modelId="{63A0D6DA-4702-4467-B85B-6AA17C442888}" type="pres">
      <dgm:prSet presAssocID="{24B5F89B-87EC-4351-BEDF-A1817A83461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C77C095C-3357-4784-8466-39BACD437F62}" type="pres">
      <dgm:prSet presAssocID="{24B5F89B-87EC-4351-BEDF-A1817A834619}" presName="spaceRect" presStyleCnt="0"/>
      <dgm:spPr/>
    </dgm:pt>
    <dgm:pt modelId="{8F5F41EC-E969-4254-8F20-BD391704ABB9}" type="pres">
      <dgm:prSet presAssocID="{24B5F89B-87EC-4351-BEDF-A1817A834619}" presName="parTx" presStyleLbl="revTx" presStyleIdx="0" presStyleCnt="4">
        <dgm:presLayoutVars>
          <dgm:chMax val="0"/>
          <dgm:chPref val="0"/>
        </dgm:presLayoutVars>
      </dgm:prSet>
      <dgm:spPr/>
    </dgm:pt>
    <dgm:pt modelId="{C5AB1357-0C0C-423B-8D15-CD8AAA97C5BA}" type="pres">
      <dgm:prSet presAssocID="{7E189AB9-C218-4DF5-84B4-26C9266170D0}" presName="sibTrans" presStyleCnt="0"/>
      <dgm:spPr/>
    </dgm:pt>
    <dgm:pt modelId="{75C202E7-EB6C-482E-A62E-341F0A01FB0C}" type="pres">
      <dgm:prSet presAssocID="{DBBFD9CF-61EA-4575-ABD0-F7BE55E37C50}" presName="compNode" presStyleCnt="0"/>
      <dgm:spPr/>
    </dgm:pt>
    <dgm:pt modelId="{B007B934-23A8-4B29-BC05-B15F350A1F6B}" type="pres">
      <dgm:prSet presAssocID="{DBBFD9CF-61EA-4575-ABD0-F7BE55E37C50}" presName="bgRect" presStyleLbl="bgShp" presStyleIdx="1" presStyleCnt="4"/>
      <dgm:spPr/>
    </dgm:pt>
    <dgm:pt modelId="{57185934-513F-47A1-9BAF-E3D443398551}" type="pres">
      <dgm:prSet presAssocID="{DBBFD9CF-61EA-4575-ABD0-F7BE55E37C5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D998335-79D2-41B0-8BD0-EB38175C4D7C}" type="pres">
      <dgm:prSet presAssocID="{DBBFD9CF-61EA-4575-ABD0-F7BE55E37C50}" presName="spaceRect" presStyleCnt="0"/>
      <dgm:spPr/>
    </dgm:pt>
    <dgm:pt modelId="{26D77548-B992-4B72-904F-7007A41CE12D}" type="pres">
      <dgm:prSet presAssocID="{DBBFD9CF-61EA-4575-ABD0-F7BE55E37C50}" presName="parTx" presStyleLbl="revTx" presStyleIdx="1" presStyleCnt="4">
        <dgm:presLayoutVars>
          <dgm:chMax val="0"/>
          <dgm:chPref val="0"/>
        </dgm:presLayoutVars>
      </dgm:prSet>
      <dgm:spPr/>
    </dgm:pt>
    <dgm:pt modelId="{0E460F11-76E8-4623-B3BD-9A71FFB4E14F}" type="pres">
      <dgm:prSet presAssocID="{5BBF7F07-4043-47D7-8DB2-983A004A6990}" presName="sibTrans" presStyleCnt="0"/>
      <dgm:spPr/>
    </dgm:pt>
    <dgm:pt modelId="{C279C96D-7AD2-4F4B-A8A7-7C979FE918A1}" type="pres">
      <dgm:prSet presAssocID="{6628A386-9751-4DC3-892A-D6F8E7297F07}" presName="compNode" presStyleCnt="0"/>
      <dgm:spPr/>
    </dgm:pt>
    <dgm:pt modelId="{66F371AF-F4EE-4AC1-AD50-19834F1214DD}" type="pres">
      <dgm:prSet presAssocID="{6628A386-9751-4DC3-892A-D6F8E7297F07}" presName="bgRect" presStyleLbl="bgShp" presStyleIdx="2" presStyleCnt="4"/>
      <dgm:spPr/>
    </dgm:pt>
    <dgm:pt modelId="{E43D719A-B52D-4689-8F9B-8BB5C7094DFF}" type="pres">
      <dgm:prSet presAssocID="{6628A386-9751-4DC3-892A-D6F8E7297F0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34996EF-4231-4E8D-9314-F214CF3CAB93}" type="pres">
      <dgm:prSet presAssocID="{6628A386-9751-4DC3-892A-D6F8E7297F07}" presName="spaceRect" presStyleCnt="0"/>
      <dgm:spPr/>
    </dgm:pt>
    <dgm:pt modelId="{9F588193-BEFE-4E23-846C-4D7398DEF922}" type="pres">
      <dgm:prSet presAssocID="{6628A386-9751-4DC3-892A-D6F8E7297F07}" presName="parTx" presStyleLbl="revTx" presStyleIdx="2" presStyleCnt="4">
        <dgm:presLayoutVars>
          <dgm:chMax val="0"/>
          <dgm:chPref val="0"/>
        </dgm:presLayoutVars>
      </dgm:prSet>
      <dgm:spPr/>
    </dgm:pt>
    <dgm:pt modelId="{A3C54BD8-7FEB-4B8C-99F9-448DD718306D}" type="pres">
      <dgm:prSet presAssocID="{1D1FDA25-0C0A-4085-BEE1-513EA2CCC6C1}" presName="sibTrans" presStyleCnt="0"/>
      <dgm:spPr/>
    </dgm:pt>
    <dgm:pt modelId="{0C660853-F7C9-4B34-A8BA-0BCFD0217BE5}" type="pres">
      <dgm:prSet presAssocID="{C232A9DA-274E-4F36-809F-A923356FD5F3}" presName="compNode" presStyleCnt="0"/>
      <dgm:spPr/>
    </dgm:pt>
    <dgm:pt modelId="{F597CD57-6666-4688-8C45-97D5981483F5}" type="pres">
      <dgm:prSet presAssocID="{C232A9DA-274E-4F36-809F-A923356FD5F3}" presName="bgRect" presStyleLbl="bgShp" presStyleIdx="3" presStyleCnt="4"/>
      <dgm:spPr/>
    </dgm:pt>
    <dgm:pt modelId="{F4D66AC8-B11C-4D70-BB60-C2872DEE8DC7}" type="pres">
      <dgm:prSet presAssocID="{C232A9DA-274E-4F36-809F-A923356FD5F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64B10C28-2321-40F8-9461-A1517CF45DD8}" type="pres">
      <dgm:prSet presAssocID="{C232A9DA-274E-4F36-809F-A923356FD5F3}" presName="spaceRect" presStyleCnt="0"/>
      <dgm:spPr/>
    </dgm:pt>
    <dgm:pt modelId="{3476840F-8DF1-4A3D-83A5-C254B926F19E}" type="pres">
      <dgm:prSet presAssocID="{C232A9DA-274E-4F36-809F-A923356FD5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3057F2D-34F7-4202-858A-E16DCDA30679}" type="presOf" srcId="{C232A9DA-274E-4F36-809F-A923356FD5F3}" destId="{3476840F-8DF1-4A3D-83A5-C254B926F19E}" srcOrd="0" destOrd="0" presId="urn:microsoft.com/office/officeart/2018/2/layout/IconVerticalSolidList"/>
    <dgm:cxn modelId="{BB172D55-72D1-463C-B645-7B9A61B726A2}" type="presOf" srcId="{604EF57B-5918-491B-9645-ABD9D0E8A3AA}" destId="{1CA4CE7C-149D-4258-BFD9-724B20D42332}" srcOrd="0" destOrd="0" presId="urn:microsoft.com/office/officeart/2018/2/layout/IconVerticalSolidList"/>
    <dgm:cxn modelId="{F35249B0-5D25-47F8-B163-A5CE8FD00756}" srcId="{604EF57B-5918-491B-9645-ABD9D0E8A3AA}" destId="{24B5F89B-87EC-4351-BEDF-A1817A834619}" srcOrd="0" destOrd="0" parTransId="{19C7814C-C1D3-4D70-B2B4-C4EB95EF409D}" sibTransId="{7E189AB9-C218-4DF5-84B4-26C9266170D0}"/>
    <dgm:cxn modelId="{8170BEBE-71D0-42E6-A60A-7234FF1C9D30}" type="presOf" srcId="{6628A386-9751-4DC3-892A-D6F8E7297F07}" destId="{9F588193-BEFE-4E23-846C-4D7398DEF922}" srcOrd="0" destOrd="0" presId="urn:microsoft.com/office/officeart/2018/2/layout/IconVerticalSolidList"/>
    <dgm:cxn modelId="{154BC8C0-7F09-4E45-894A-387DB28DC8BE}" type="presOf" srcId="{DBBFD9CF-61EA-4575-ABD0-F7BE55E37C50}" destId="{26D77548-B992-4B72-904F-7007A41CE12D}" srcOrd="0" destOrd="0" presId="urn:microsoft.com/office/officeart/2018/2/layout/IconVerticalSolidList"/>
    <dgm:cxn modelId="{054F6DC5-B9B0-4D25-8C22-2D5E9E8D9A2B}" srcId="{604EF57B-5918-491B-9645-ABD9D0E8A3AA}" destId="{DBBFD9CF-61EA-4575-ABD0-F7BE55E37C50}" srcOrd="1" destOrd="0" parTransId="{A6F23E54-6938-4E3B-BFCD-8E7026548EB5}" sibTransId="{5BBF7F07-4043-47D7-8DB2-983A004A6990}"/>
    <dgm:cxn modelId="{3249C1C8-2A86-4F88-9768-3DC32CD59AE6}" srcId="{604EF57B-5918-491B-9645-ABD9D0E8A3AA}" destId="{C232A9DA-274E-4F36-809F-A923356FD5F3}" srcOrd="3" destOrd="0" parTransId="{79A08076-9BF5-42AF-BD7C-06128D615450}" sibTransId="{3146E8B2-E94C-4005-B716-D7CF63A30A36}"/>
    <dgm:cxn modelId="{CE7CCBDE-781E-4CC2-B7D6-B515F9A20987}" srcId="{604EF57B-5918-491B-9645-ABD9D0E8A3AA}" destId="{6628A386-9751-4DC3-892A-D6F8E7297F07}" srcOrd="2" destOrd="0" parTransId="{28117B7C-E70E-495A-93FE-A75A2BBCBD2A}" sibTransId="{1D1FDA25-0C0A-4085-BEE1-513EA2CCC6C1}"/>
    <dgm:cxn modelId="{CE2E99DF-42B4-4FD7-B58E-446C194EE472}" type="presOf" srcId="{24B5F89B-87EC-4351-BEDF-A1817A834619}" destId="{8F5F41EC-E969-4254-8F20-BD391704ABB9}" srcOrd="0" destOrd="0" presId="urn:microsoft.com/office/officeart/2018/2/layout/IconVerticalSolidList"/>
    <dgm:cxn modelId="{813A871C-E52A-4732-AF90-027ED0A8484E}" type="presParOf" srcId="{1CA4CE7C-149D-4258-BFD9-724B20D42332}" destId="{CA172E13-8E2A-4E30-AB2B-FBD4390B7746}" srcOrd="0" destOrd="0" presId="urn:microsoft.com/office/officeart/2018/2/layout/IconVerticalSolidList"/>
    <dgm:cxn modelId="{F7617994-1A49-44BD-B954-F6953D94CB4A}" type="presParOf" srcId="{CA172E13-8E2A-4E30-AB2B-FBD4390B7746}" destId="{A1988303-9E97-40FD-AD6D-D277F28EDB81}" srcOrd="0" destOrd="0" presId="urn:microsoft.com/office/officeart/2018/2/layout/IconVerticalSolidList"/>
    <dgm:cxn modelId="{40DEE0E6-DE7F-4B70-8511-3B6AEFB54A11}" type="presParOf" srcId="{CA172E13-8E2A-4E30-AB2B-FBD4390B7746}" destId="{63A0D6DA-4702-4467-B85B-6AA17C442888}" srcOrd="1" destOrd="0" presId="urn:microsoft.com/office/officeart/2018/2/layout/IconVerticalSolidList"/>
    <dgm:cxn modelId="{2F95DE16-AAEE-4D12-BD87-2334CB73D98E}" type="presParOf" srcId="{CA172E13-8E2A-4E30-AB2B-FBD4390B7746}" destId="{C77C095C-3357-4784-8466-39BACD437F62}" srcOrd="2" destOrd="0" presId="urn:microsoft.com/office/officeart/2018/2/layout/IconVerticalSolidList"/>
    <dgm:cxn modelId="{DDD50D10-1D5E-4A75-863E-070F8AB12E7D}" type="presParOf" srcId="{CA172E13-8E2A-4E30-AB2B-FBD4390B7746}" destId="{8F5F41EC-E969-4254-8F20-BD391704ABB9}" srcOrd="3" destOrd="0" presId="urn:microsoft.com/office/officeart/2018/2/layout/IconVerticalSolidList"/>
    <dgm:cxn modelId="{148F61B5-3A13-4C9A-930A-67DAB2F9F1DF}" type="presParOf" srcId="{1CA4CE7C-149D-4258-BFD9-724B20D42332}" destId="{C5AB1357-0C0C-423B-8D15-CD8AAA97C5BA}" srcOrd="1" destOrd="0" presId="urn:microsoft.com/office/officeart/2018/2/layout/IconVerticalSolidList"/>
    <dgm:cxn modelId="{E5AB09A3-00C9-461F-B157-95CCF9B4C64E}" type="presParOf" srcId="{1CA4CE7C-149D-4258-BFD9-724B20D42332}" destId="{75C202E7-EB6C-482E-A62E-341F0A01FB0C}" srcOrd="2" destOrd="0" presId="urn:microsoft.com/office/officeart/2018/2/layout/IconVerticalSolidList"/>
    <dgm:cxn modelId="{4C34FC1B-1435-4219-B7C4-AC0CC13CEA27}" type="presParOf" srcId="{75C202E7-EB6C-482E-A62E-341F0A01FB0C}" destId="{B007B934-23A8-4B29-BC05-B15F350A1F6B}" srcOrd="0" destOrd="0" presId="urn:microsoft.com/office/officeart/2018/2/layout/IconVerticalSolidList"/>
    <dgm:cxn modelId="{8490B53D-0AB8-4824-8B0F-B4260223AFEE}" type="presParOf" srcId="{75C202E7-EB6C-482E-A62E-341F0A01FB0C}" destId="{57185934-513F-47A1-9BAF-E3D443398551}" srcOrd="1" destOrd="0" presId="urn:microsoft.com/office/officeart/2018/2/layout/IconVerticalSolidList"/>
    <dgm:cxn modelId="{55CFCA76-FDD2-4CAB-B2B0-515F1C6A6E23}" type="presParOf" srcId="{75C202E7-EB6C-482E-A62E-341F0A01FB0C}" destId="{DD998335-79D2-41B0-8BD0-EB38175C4D7C}" srcOrd="2" destOrd="0" presId="urn:microsoft.com/office/officeart/2018/2/layout/IconVerticalSolidList"/>
    <dgm:cxn modelId="{0E06F481-812C-4373-B42C-02AC0A5649CA}" type="presParOf" srcId="{75C202E7-EB6C-482E-A62E-341F0A01FB0C}" destId="{26D77548-B992-4B72-904F-7007A41CE12D}" srcOrd="3" destOrd="0" presId="urn:microsoft.com/office/officeart/2018/2/layout/IconVerticalSolidList"/>
    <dgm:cxn modelId="{E2824AFF-A40C-41BF-A7CE-BBF6CDC8EAB3}" type="presParOf" srcId="{1CA4CE7C-149D-4258-BFD9-724B20D42332}" destId="{0E460F11-76E8-4623-B3BD-9A71FFB4E14F}" srcOrd="3" destOrd="0" presId="urn:microsoft.com/office/officeart/2018/2/layout/IconVerticalSolidList"/>
    <dgm:cxn modelId="{6F3C5F32-6B5F-41BB-B786-ED41E8917EC8}" type="presParOf" srcId="{1CA4CE7C-149D-4258-BFD9-724B20D42332}" destId="{C279C96D-7AD2-4F4B-A8A7-7C979FE918A1}" srcOrd="4" destOrd="0" presId="urn:microsoft.com/office/officeart/2018/2/layout/IconVerticalSolidList"/>
    <dgm:cxn modelId="{E939C312-420C-4510-B164-65A3EB9F5538}" type="presParOf" srcId="{C279C96D-7AD2-4F4B-A8A7-7C979FE918A1}" destId="{66F371AF-F4EE-4AC1-AD50-19834F1214DD}" srcOrd="0" destOrd="0" presId="urn:microsoft.com/office/officeart/2018/2/layout/IconVerticalSolidList"/>
    <dgm:cxn modelId="{08F86759-CE50-491D-B224-2D829DC24C91}" type="presParOf" srcId="{C279C96D-7AD2-4F4B-A8A7-7C979FE918A1}" destId="{E43D719A-B52D-4689-8F9B-8BB5C7094DFF}" srcOrd="1" destOrd="0" presId="urn:microsoft.com/office/officeart/2018/2/layout/IconVerticalSolidList"/>
    <dgm:cxn modelId="{3616CEDF-3F83-4CA1-BE68-76FCD682CC9D}" type="presParOf" srcId="{C279C96D-7AD2-4F4B-A8A7-7C979FE918A1}" destId="{134996EF-4231-4E8D-9314-F214CF3CAB93}" srcOrd="2" destOrd="0" presId="urn:microsoft.com/office/officeart/2018/2/layout/IconVerticalSolidList"/>
    <dgm:cxn modelId="{43F1A207-EBA3-4E70-86CD-FAF56D30B9CC}" type="presParOf" srcId="{C279C96D-7AD2-4F4B-A8A7-7C979FE918A1}" destId="{9F588193-BEFE-4E23-846C-4D7398DEF922}" srcOrd="3" destOrd="0" presId="urn:microsoft.com/office/officeart/2018/2/layout/IconVerticalSolidList"/>
    <dgm:cxn modelId="{EBD5DA13-5089-4CC4-848F-0A074966A324}" type="presParOf" srcId="{1CA4CE7C-149D-4258-BFD9-724B20D42332}" destId="{A3C54BD8-7FEB-4B8C-99F9-448DD718306D}" srcOrd="5" destOrd="0" presId="urn:microsoft.com/office/officeart/2018/2/layout/IconVerticalSolidList"/>
    <dgm:cxn modelId="{98DAFA39-64C8-40FD-9755-6D687494A623}" type="presParOf" srcId="{1CA4CE7C-149D-4258-BFD9-724B20D42332}" destId="{0C660853-F7C9-4B34-A8BA-0BCFD0217BE5}" srcOrd="6" destOrd="0" presId="urn:microsoft.com/office/officeart/2018/2/layout/IconVerticalSolidList"/>
    <dgm:cxn modelId="{4075C0C8-51E7-4B26-BD4F-3A91993446A9}" type="presParOf" srcId="{0C660853-F7C9-4B34-A8BA-0BCFD0217BE5}" destId="{F597CD57-6666-4688-8C45-97D5981483F5}" srcOrd="0" destOrd="0" presId="urn:microsoft.com/office/officeart/2018/2/layout/IconVerticalSolidList"/>
    <dgm:cxn modelId="{F0A65AE5-E6E4-4B84-9937-4B85A9710DBC}" type="presParOf" srcId="{0C660853-F7C9-4B34-A8BA-0BCFD0217BE5}" destId="{F4D66AC8-B11C-4D70-BB60-C2872DEE8DC7}" srcOrd="1" destOrd="0" presId="urn:microsoft.com/office/officeart/2018/2/layout/IconVerticalSolidList"/>
    <dgm:cxn modelId="{BB30232E-3BB0-44E8-89D8-2F6B065086C4}" type="presParOf" srcId="{0C660853-F7C9-4B34-A8BA-0BCFD0217BE5}" destId="{64B10C28-2321-40F8-9461-A1517CF45DD8}" srcOrd="2" destOrd="0" presId="urn:microsoft.com/office/officeart/2018/2/layout/IconVerticalSolidList"/>
    <dgm:cxn modelId="{DA15073E-7432-4870-845C-5A8950E328BD}" type="presParOf" srcId="{0C660853-F7C9-4B34-A8BA-0BCFD0217BE5}" destId="{3476840F-8DF1-4A3D-83A5-C254B926F1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CC9449-ABE3-48B6-987F-1887C348632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C01E3F2-CE01-43C1-BB3C-567BB4558AFF}">
      <dgm:prSet/>
      <dgm:spPr/>
      <dgm:t>
        <a:bodyPr/>
        <a:lstStyle/>
        <a:p>
          <a:r>
            <a:rPr lang="en-US"/>
            <a:t>- Manual order handling</a:t>
          </a:r>
        </a:p>
      </dgm:t>
    </dgm:pt>
    <dgm:pt modelId="{998E8666-590C-472D-A739-67AEE27E99B0}" type="parTrans" cxnId="{91A30DAA-462B-435F-9F64-F67FA65BA496}">
      <dgm:prSet/>
      <dgm:spPr/>
      <dgm:t>
        <a:bodyPr/>
        <a:lstStyle/>
        <a:p>
          <a:endParaRPr lang="en-US"/>
        </a:p>
      </dgm:t>
    </dgm:pt>
    <dgm:pt modelId="{87350E59-00CE-45EA-AC15-2AAA5E40E079}" type="sibTrans" cxnId="{91A30DAA-462B-435F-9F64-F67FA65BA496}">
      <dgm:prSet/>
      <dgm:spPr/>
      <dgm:t>
        <a:bodyPr/>
        <a:lstStyle/>
        <a:p>
          <a:endParaRPr lang="en-US"/>
        </a:p>
      </dgm:t>
    </dgm:pt>
    <dgm:pt modelId="{ABCB196C-9471-4539-8554-3D841EFB6FA9}">
      <dgm:prSet/>
      <dgm:spPr/>
      <dgm:t>
        <a:bodyPr/>
        <a:lstStyle/>
        <a:p>
          <a:r>
            <a:rPr lang="en-US"/>
            <a:t>- Communication issues</a:t>
          </a:r>
        </a:p>
      </dgm:t>
    </dgm:pt>
    <dgm:pt modelId="{7AB65536-0CD5-447E-B27C-7B2D32D8525F}" type="parTrans" cxnId="{0A2FAB34-0A97-428F-8E81-B066637129CE}">
      <dgm:prSet/>
      <dgm:spPr/>
      <dgm:t>
        <a:bodyPr/>
        <a:lstStyle/>
        <a:p>
          <a:endParaRPr lang="en-US"/>
        </a:p>
      </dgm:t>
    </dgm:pt>
    <dgm:pt modelId="{CB69E8E7-C147-4A30-9F9D-2CAB9B0B77CA}" type="sibTrans" cxnId="{0A2FAB34-0A97-428F-8E81-B066637129CE}">
      <dgm:prSet/>
      <dgm:spPr/>
      <dgm:t>
        <a:bodyPr/>
        <a:lstStyle/>
        <a:p>
          <a:endParaRPr lang="en-US"/>
        </a:p>
      </dgm:t>
    </dgm:pt>
    <dgm:pt modelId="{08A34C82-63F4-4ED1-88AF-4509C1AEBC4D}">
      <dgm:prSet/>
      <dgm:spPr/>
      <dgm:t>
        <a:bodyPr/>
        <a:lstStyle/>
        <a:p>
          <a:r>
            <a:rPr lang="en-US"/>
            <a:t>- Order delays</a:t>
          </a:r>
        </a:p>
      </dgm:t>
    </dgm:pt>
    <dgm:pt modelId="{BDE1A15B-7C8F-46C5-B8DD-3C2C8F3C3EC6}" type="parTrans" cxnId="{29A3F652-281F-476E-B205-A4E3470CE325}">
      <dgm:prSet/>
      <dgm:spPr/>
      <dgm:t>
        <a:bodyPr/>
        <a:lstStyle/>
        <a:p>
          <a:endParaRPr lang="en-US"/>
        </a:p>
      </dgm:t>
    </dgm:pt>
    <dgm:pt modelId="{2248287A-5688-4CCB-BC58-6BDD4F5FF77D}" type="sibTrans" cxnId="{29A3F652-281F-476E-B205-A4E3470CE325}">
      <dgm:prSet/>
      <dgm:spPr/>
      <dgm:t>
        <a:bodyPr/>
        <a:lstStyle/>
        <a:p>
          <a:endParaRPr lang="en-US"/>
        </a:p>
      </dgm:t>
    </dgm:pt>
    <dgm:pt modelId="{2A7FC88A-B12E-477D-88CA-058AF7BC7B00}">
      <dgm:prSet/>
      <dgm:spPr/>
      <dgm:t>
        <a:bodyPr/>
        <a:lstStyle/>
        <a:p>
          <a:r>
            <a:rPr lang="en-US"/>
            <a:t>- Poor order tracking</a:t>
          </a:r>
        </a:p>
      </dgm:t>
    </dgm:pt>
    <dgm:pt modelId="{52C557AB-EE9D-49E6-B89B-67BA225AD651}" type="parTrans" cxnId="{2EE7925E-ECF5-4012-81B4-99312CABC0FE}">
      <dgm:prSet/>
      <dgm:spPr/>
      <dgm:t>
        <a:bodyPr/>
        <a:lstStyle/>
        <a:p>
          <a:endParaRPr lang="en-US"/>
        </a:p>
      </dgm:t>
    </dgm:pt>
    <dgm:pt modelId="{F668A193-3ABF-44BA-9A5D-B2A495B1F228}" type="sibTrans" cxnId="{2EE7925E-ECF5-4012-81B4-99312CABC0FE}">
      <dgm:prSet/>
      <dgm:spPr/>
      <dgm:t>
        <a:bodyPr/>
        <a:lstStyle/>
        <a:p>
          <a:endParaRPr lang="en-US"/>
        </a:p>
      </dgm:t>
    </dgm:pt>
    <dgm:pt modelId="{1628C967-CC30-45B7-A69F-41C9F0FFBDC7}">
      <dgm:prSet/>
      <dgm:spPr/>
      <dgm:t>
        <a:bodyPr/>
        <a:lstStyle/>
        <a:p>
          <a:r>
            <a:rPr lang="en-US"/>
            <a:t>- Limited payment options</a:t>
          </a:r>
        </a:p>
      </dgm:t>
    </dgm:pt>
    <dgm:pt modelId="{11221CA6-8A72-4C71-A2AB-D3997136E6D9}" type="parTrans" cxnId="{AB1C569E-0822-4171-B814-6CB19B82718E}">
      <dgm:prSet/>
      <dgm:spPr/>
      <dgm:t>
        <a:bodyPr/>
        <a:lstStyle/>
        <a:p>
          <a:endParaRPr lang="en-US"/>
        </a:p>
      </dgm:t>
    </dgm:pt>
    <dgm:pt modelId="{7E329D03-DE5D-45F9-A308-453E496FAD58}" type="sibTrans" cxnId="{AB1C569E-0822-4171-B814-6CB19B82718E}">
      <dgm:prSet/>
      <dgm:spPr/>
      <dgm:t>
        <a:bodyPr/>
        <a:lstStyle/>
        <a:p>
          <a:endParaRPr lang="en-US"/>
        </a:p>
      </dgm:t>
    </dgm:pt>
    <dgm:pt modelId="{D5B90534-20BD-4B94-93D8-D627C9F3F073}" type="pres">
      <dgm:prSet presAssocID="{50CC9449-ABE3-48B6-987F-1887C3486320}" presName="linear" presStyleCnt="0">
        <dgm:presLayoutVars>
          <dgm:dir/>
          <dgm:animLvl val="lvl"/>
          <dgm:resizeHandles val="exact"/>
        </dgm:presLayoutVars>
      </dgm:prSet>
      <dgm:spPr/>
    </dgm:pt>
    <dgm:pt modelId="{2CA91A20-A168-479A-A6A7-E9F16066001D}" type="pres">
      <dgm:prSet presAssocID="{7C01E3F2-CE01-43C1-BB3C-567BB4558AFF}" presName="parentLin" presStyleCnt="0"/>
      <dgm:spPr/>
    </dgm:pt>
    <dgm:pt modelId="{96027091-B308-4EB6-92A2-D782D119ECA9}" type="pres">
      <dgm:prSet presAssocID="{7C01E3F2-CE01-43C1-BB3C-567BB4558AFF}" presName="parentLeftMargin" presStyleLbl="node1" presStyleIdx="0" presStyleCnt="5"/>
      <dgm:spPr/>
    </dgm:pt>
    <dgm:pt modelId="{392E9960-13E8-4A5A-9A19-4969C6D6F046}" type="pres">
      <dgm:prSet presAssocID="{7C01E3F2-CE01-43C1-BB3C-567BB4558AF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E85B7B0-044F-4912-838A-350163C28FF5}" type="pres">
      <dgm:prSet presAssocID="{7C01E3F2-CE01-43C1-BB3C-567BB4558AFF}" presName="negativeSpace" presStyleCnt="0"/>
      <dgm:spPr/>
    </dgm:pt>
    <dgm:pt modelId="{0D88457C-6A8B-4040-8842-D09021858FA8}" type="pres">
      <dgm:prSet presAssocID="{7C01E3F2-CE01-43C1-BB3C-567BB4558AFF}" presName="childText" presStyleLbl="conFgAcc1" presStyleIdx="0" presStyleCnt="5">
        <dgm:presLayoutVars>
          <dgm:bulletEnabled val="1"/>
        </dgm:presLayoutVars>
      </dgm:prSet>
      <dgm:spPr/>
    </dgm:pt>
    <dgm:pt modelId="{9343256D-BA0E-4763-B722-23E127461430}" type="pres">
      <dgm:prSet presAssocID="{87350E59-00CE-45EA-AC15-2AAA5E40E079}" presName="spaceBetweenRectangles" presStyleCnt="0"/>
      <dgm:spPr/>
    </dgm:pt>
    <dgm:pt modelId="{9ED50DDA-37CC-4E55-ACB2-14750261A3BC}" type="pres">
      <dgm:prSet presAssocID="{ABCB196C-9471-4539-8554-3D841EFB6FA9}" presName="parentLin" presStyleCnt="0"/>
      <dgm:spPr/>
    </dgm:pt>
    <dgm:pt modelId="{7EDC6451-DC8D-4C1C-9902-ED87E2FDA32C}" type="pres">
      <dgm:prSet presAssocID="{ABCB196C-9471-4539-8554-3D841EFB6FA9}" presName="parentLeftMargin" presStyleLbl="node1" presStyleIdx="0" presStyleCnt="5"/>
      <dgm:spPr/>
    </dgm:pt>
    <dgm:pt modelId="{30B1B325-1E7A-4CE9-9838-B52C5D45E011}" type="pres">
      <dgm:prSet presAssocID="{ABCB196C-9471-4539-8554-3D841EFB6F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A6A92DD-665F-4FB4-8FE5-2ED1949C90BA}" type="pres">
      <dgm:prSet presAssocID="{ABCB196C-9471-4539-8554-3D841EFB6FA9}" presName="negativeSpace" presStyleCnt="0"/>
      <dgm:spPr/>
    </dgm:pt>
    <dgm:pt modelId="{6819ADBA-E5E2-4A3C-8F34-88B77D2111D7}" type="pres">
      <dgm:prSet presAssocID="{ABCB196C-9471-4539-8554-3D841EFB6FA9}" presName="childText" presStyleLbl="conFgAcc1" presStyleIdx="1" presStyleCnt="5">
        <dgm:presLayoutVars>
          <dgm:bulletEnabled val="1"/>
        </dgm:presLayoutVars>
      </dgm:prSet>
      <dgm:spPr/>
    </dgm:pt>
    <dgm:pt modelId="{3BE491F1-E5F4-4C4D-AB12-F3C4E45DCA98}" type="pres">
      <dgm:prSet presAssocID="{CB69E8E7-C147-4A30-9F9D-2CAB9B0B77CA}" presName="spaceBetweenRectangles" presStyleCnt="0"/>
      <dgm:spPr/>
    </dgm:pt>
    <dgm:pt modelId="{9A6BF505-6F42-4819-95F9-6F70E484ED5C}" type="pres">
      <dgm:prSet presAssocID="{08A34C82-63F4-4ED1-88AF-4509C1AEBC4D}" presName="parentLin" presStyleCnt="0"/>
      <dgm:spPr/>
    </dgm:pt>
    <dgm:pt modelId="{BE070132-DB2A-4FF9-BC89-799D646D63F1}" type="pres">
      <dgm:prSet presAssocID="{08A34C82-63F4-4ED1-88AF-4509C1AEBC4D}" presName="parentLeftMargin" presStyleLbl="node1" presStyleIdx="1" presStyleCnt="5"/>
      <dgm:spPr/>
    </dgm:pt>
    <dgm:pt modelId="{705EE164-3134-4DC0-884B-6BD012EB2177}" type="pres">
      <dgm:prSet presAssocID="{08A34C82-63F4-4ED1-88AF-4509C1AEBC4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BA1B1A9-8CC7-4723-8759-746FEEC203F8}" type="pres">
      <dgm:prSet presAssocID="{08A34C82-63F4-4ED1-88AF-4509C1AEBC4D}" presName="negativeSpace" presStyleCnt="0"/>
      <dgm:spPr/>
    </dgm:pt>
    <dgm:pt modelId="{019F8774-94C7-4A50-907D-FC58B324A7C3}" type="pres">
      <dgm:prSet presAssocID="{08A34C82-63F4-4ED1-88AF-4509C1AEBC4D}" presName="childText" presStyleLbl="conFgAcc1" presStyleIdx="2" presStyleCnt="5">
        <dgm:presLayoutVars>
          <dgm:bulletEnabled val="1"/>
        </dgm:presLayoutVars>
      </dgm:prSet>
      <dgm:spPr/>
    </dgm:pt>
    <dgm:pt modelId="{110AA7D3-A4E6-4E3D-BD28-F0112F6974BD}" type="pres">
      <dgm:prSet presAssocID="{2248287A-5688-4CCB-BC58-6BDD4F5FF77D}" presName="spaceBetweenRectangles" presStyleCnt="0"/>
      <dgm:spPr/>
    </dgm:pt>
    <dgm:pt modelId="{09D01BE2-42BD-4BAB-AD7E-DC591CF32729}" type="pres">
      <dgm:prSet presAssocID="{2A7FC88A-B12E-477D-88CA-058AF7BC7B00}" presName="parentLin" presStyleCnt="0"/>
      <dgm:spPr/>
    </dgm:pt>
    <dgm:pt modelId="{324A200F-066A-4308-B43D-6215CB6CE5C2}" type="pres">
      <dgm:prSet presAssocID="{2A7FC88A-B12E-477D-88CA-058AF7BC7B00}" presName="parentLeftMargin" presStyleLbl="node1" presStyleIdx="2" presStyleCnt="5"/>
      <dgm:spPr/>
    </dgm:pt>
    <dgm:pt modelId="{D880BC8A-DADE-413B-A1C2-2F6CFB233ACF}" type="pres">
      <dgm:prSet presAssocID="{2A7FC88A-B12E-477D-88CA-058AF7BC7B0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DCABB49-7507-4D5B-9D15-CABAC59F2BED}" type="pres">
      <dgm:prSet presAssocID="{2A7FC88A-B12E-477D-88CA-058AF7BC7B00}" presName="negativeSpace" presStyleCnt="0"/>
      <dgm:spPr/>
    </dgm:pt>
    <dgm:pt modelId="{1B1ACD45-FBB0-4B1E-8BBA-E66A6331CBDE}" type="pres">
      <dgm:prSet presAssocID="{2A7FC88A-B12E-477D-88CA-058AF7BC7B00}" presName="childText" presStyleLbl="conFgAcc1" presStyleIdx="3" presStyleCnt="5">
        <dgm:presLayoutVars>
          <dgm:bulletEnabled val="1"/>
        </dgm:presLayoutVars>
      </dgm:prSet>
      <dgm:spPr/>
    </dgm:pt>
    <dgm:pt modelId="{4E010C64-84D4-41B3-8AA4-357758030F3E}" type="pres">
      <dgm:prSet presAssocID="{F668A193-3ABF-44BA-9A5D-B2A495B1F228}" presName="spaceBetweenRectangles" presStyleCnt="0"/>
      <dgm:spPr/>
    </dgm:pt>
    <dgm:pt modelId="{89AB38A0-84A9-4911-B37A-83F97319897C}" type="pres">
      <dgm:prSet presAssocID="{1628C967-CC30-45B7-A69F-41C9F0FFBDC7}" presName="parentLin" presStyleCnt="0"/>
      <dgm:spPr/>
    </dgm:pt>
    <dgm:pt modelId="{0B31E44C-6242-4AE8-B5D3-2FA89EA25EB6}" type="pres">
      <dgm:prSet presAssocID="{1628C967-CC30-45B7-A69F-41C9F0FFBDC7}" presName="parentLeftMargin" presStyleLbl="node1" presStyleIdx="3" presStyleCnt="5"/>
      <dgm:spPr/>
    </dgm:pt>
    <dgm:pt modelId="{95F610C0-9FEF-4854-9045-113243B4E702}" type="pres">
      <dgm:prSet presAssocID="{1628C967-CC30-45B7-A69F-41C9F0FFBDC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4BB0A9A-FEB0-47B7-9EB6-E8E8D86DCE5A}" type="pres">
      <dgm:prSet presAssocID="{1628C967-CC30-45B7-A69F-41C9F0FFBDC7}" presName="negativeSpace" presStyleCnt="0"/>
      <dgm:spPr/>
    </dgm:pt>
    <dgm:pt modelId="{A62E0036-B244-41B1-A29B-1377396AB1DB}" type="pres">
      <dgm:prSet presAssocID="{1628C967-CC30-45B7-A69F-41C9F0FFBDC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EC62103-18AB-41D0-80DF-F6170A2D76CC}" type="presOf" srcId="{7C01E3F2-CE01-43C1-BB3C-567BB4558AFF}" destId="{96027091-B308-4EB6-92A2-D782D119ECA9}" srcOrd="0" destOrd="0" presId="urn:microsoft.com/office/officeart/2005/8/layout/list1"/>
    <dgm:cxn modelId="{6F722A07-7AFE-45C8-BFFD-941F2B94556D}" type="presOf" srcId="{ABCB196C-9471-4539-8554-3D841EFB6FA9}" destId="{7EDC6451-DC8D-4C1C-9902-ED87E2FDA32C}" srcOrd="0" destOrd="0" presId="urn:microsoft.com/office/officeart/2005/8/layout/list1"/>
    <dgm:cxn modelId="{58E0592C-ED5D-4924-ABE5-653D4CA6AA69}" type="presOf" srcId="{50CC9449-ABE3-48B6-987F-1887C3486320}" destId="{D5B90534-20BD-4B94-93D8-D627C9F3F073}" srcOrd="0" destOrd="0" presId="urn:microsoft.com/office/officeart/2005/8/layout/list1"/>
    <dgm:cxn modelId="{404A8E2C-F38F-4B40-86F9-FD8ECBDCEB5A}" type="presOf" srcId="{7C01E3F2-CE01-43C1-BB3C-567BB4558AFF}" destId="{392E9960-13E8-4A5A-9A19-4969C6D6F046}" srcOrd="1" destOrd="0" presId="urn:microsoft.com/office/officeart/2005/8/layout/list1"/>
    <dgm:cxn modelId="{E8212A33-776B-433F-890D-BAF26C1856BB}" type="presOf" srcId="{1628C967-CC30-45B7-A69F-41C9F0FFBDC7}" destId="{95F610C0-9FEF-4854-9045-113243B4E702}" srcOrd="1" destOrd="0" presId="urn:microsoft.com/office/officeart/2005/8/layout/list1"/>
    <dgm:cxn modelId="{0A2FAB34-0A97-428F-8E81-B066637129CE}" srcId="{50CC9449-ABE3-48B6-987F-1887C3486320}" destId="{ABCB196C-9471-4539-8554-3D841EFB6FA9}" srcOrd="1" destOrd="0" parTransId="{7AB65536-0CD5-447E-B27C-7B2D32D8525F}" sibTransId="{CB69E8E7-C147-4A30-9F9D-2CAB9B0B77CA}"/>
    <dgm:cxn modelId="{2EE7925E-ECF5-4012-81B4-99312CABC0FE}" srcId="{50CC9449-ABE3-48B6-987F-1887C3486320}" destId="{2A7FC88A-B12E-477D-88CA-058AF7BC7B00}" srcOrd="3" destOrd="0" parTransId="{52C557AB-EE9D-49E6-B89B-67BA225AD651}" sibTransId="{F668A193-3ABF-44BA-9A5D-B2A495B1F228}"/>
    <dgm:cxn modelId="{E05E8042-6D54-41F1-A443-D993FF3B5535}" type="presOf" srcId="{08A34C82-63F4-4ED1-88AF-4509C1AEBC4D}" destId="{705EE164-3134-4DC0-884B-6BD012EB2177}" srcOrd="1" destOrd="0" presId="urn:microsoft.com/office/officeart/2005/8/layout/list1"/>
    <dgm:cxn modelId="{688A674C-0D93-42CF-8848-F56F992A4E45}" type="presOf" srcId="{2A7FC88A-B12E-477D-88CA-058AF7BC7B00}" destId="{324A200F-066A-4308-B43D-6215CB6CE5C2}" srcOrd="0" destOrd="0" presId="urn:microsoft.com/office/officeart/2005/8/layout/list1"/>
    <dgm:cxn modelId="{29A3F652-281F-476E-B205-A4E3470CE325}" srcId="{50CC9449-ABE3-48B6-987F-1887C3486320}" destId="{08A34C82-63F4-4ED1-88AF-4509C1AEBC4D}" srcOrd="2" destOrd="0" parTransId="{BDE1A15B-7C8F-46C5-B8DD-3C2C8F3C3EC6}" sibTransId="{2248287A-5688-4CCB-BC58-6BDD4F5FF77D}"/>
    <dgm:cxn modelId="{1712C256-F825-4B9C-B817-78E837A852EB}" type="presOf" srcId="{08A34C82-63F4-4ED1-88AF-4509C1AEBC4D}" destId="{BE070132-DB2A-4FF9-BC89-799D646D63F1}" srcOrd="0" destOrd="0" presId="urn:microsoft.com/office/officeart/2005/8/layout/list1"/>
    <dgm:cxn modelId="{AB1C569E-0822-4171-B814-6CB19B82718E}" srcId="{50CC9449-ABE3-48B6-987F-1887C3486320}" destId="{1628C967-CC30-45B7-A69F-41C9F0FFBDC7}" srcOrd="4" destOrd="0" parTransId="{11221CA6-8A72-4C71-A2AB-D3997136E6D9}" sibTransId="{7E329D03-DE5D-45F9-A308-453E496FAD58}"/>
    <dgm:cxn modelId="{91A30DAA-462B-435F-9F64-F67FA65BA496}" srcId="{50CC9449-ABE3-48B6-987F-1887C3486320}" destId="{7C01E3F2-CE01-43C1-BB3C-567BB4558AFF}" srcOrd="0" destOrd="0" parTransId="{998E8666-590C-472D-A739-67AEE27E99B0}" sibTransId="{87350E59-00CE-45EA-AC15-2AAA5E40E079}"/>
    <dgm:cxn modelId="{D27D2DC2-7B6D-4FD8-AEA6-AA075BEB6479}" type="presOf" srcId="{1628C967-CC30-45B7-A69F-41C9F0FFBDC7}" destId="{0B31E44C-6242-4AE8-B5D3-2FA89EA25EB6}" srcOrd="0" destOrd="0" presId="urn:microsoft.com/office/officeart/2005/8/layout/list1"/>
    <dgm:cxn modelId="{6BFCDBD7-AE1D-4A95-932D-E272E7B6BB4C}" type="presOf" srcId="{ABCB196C-9471-4539-8554-3D841EFB6FA9}" destId="{30B1B325-1E7A-4CE9-9838-B52C5D45E011}" srcOrd="1" destOrd="0" presId="urn:microsoft.com/office/officeart/2005/8/layout/list1"/>
    <dgm:cxn modelId="{F74991DD-1D27-41C6-8918-D33CF1482E5A}" type="presOf" srcId="{2A7FC88A-B12E-477D-88CA-058AF7BC7B00}" destId="{D880BC8A-DADE-413B-A1C2-2F6CFB233ACF}" srcOrd="1" destOrd="0" presId="urn:microsoft.com/office/officeart/2005/8/layout/list1"/>
    <dgm:cxn modelId="{19E33F62-1959-43DB-ADFA-5E5B8EFD6F47}" type="presParOf" srcId="{D5B90534-20BD-4B94-93D8-D627C9F3F073}" destId="{2CA91A20-A168-479A-A6A7-E9F16066001D}" srcOrd="0" destOrd="0" presId="urn:microsoft.com/office/officeart/2005/8/layout/list1"/>
    <dgm:cxn modelId="{588DAA64-D10C-4182-B2EA-8D384EBFC91D}" type="presParOf" srcId="{2CA91A20-A168-479A-A6A7-E9F16066001D}" destId="{96027091-B308-4EB6-92A2-D782D119ECA9}" srcOrd="0" destOrd="0" presId="urn:microsoft.com/office/officeart/2005/8/layout/list1"/>
    <dgm:cxn modelId="{7FE826B6-7508-4E36-B2A2-277C903596E6}" type="presParOf" srcId="{2CA91A20-A168-479A-A6A7-E9F16066001D}" destId="{392E9960-13E8-4A5A-9A19-4969C6D6F046}" srcOrd="1" destOrd="0" presId="urn:microsoft.com/office/officeart/2005/8/layout/list1"/>
    <dgm:cxn modelId="{C53D46F5-8EFD-42F0-B722-2EDC7DF3970F}" type="presParOf" srcId="{D5B90534-20BD-4B94-93D8-D627C9F3F073}" destId="{1E85B7B0-044F-4912-838A-350163C28FF5}" srcOrd="1" destOrd="0" presId="urn:microsoft.com/office/officeart/2005/8/layout/list1"/>
    <dgm:cxn modelId="{B88301BB-0A28-4EDE-B069-10DE6A437779}" type="presParOf" srcId="{D5B90534-20BD-4B94-93D8-D627C9F3F073}" destId="{0D88457C-6A8B-4040-8842-D09021858FA8}" srcOrd="2" destOrd="0" presId="urn:microsoft.com/office/officeart/2005/8/layout/list1"/>
    <dgm:cxn modelId="{231A6CE8-BCC8-49C8-B013-EA0DB515D783}" type="presParOf" srcId="{D5B90534-20BD-4B94-93D8-D627C9F3F073}" destId="{9343256D-BA0E-4763-B722-23E127461430}" srcOrd="3" destOrd="0" presId="urn:microsoft.com/office/officeart/2005/8/layout/list1"/>
    <dgm:cxn modelId="{1630BFEC-ED1B-4DE4-8293-D35A7FEF5F03}" type="presParOf" srcId="{D5B90534-20BD-4B94-93D8-D627C9F3F073}" destId="{9ED50DDA-37CC-4E55-ACB2-14750261A3BC}" srcOrd="4" destOrd="0" presId="urn:microsoft.com/office/officeart/2005/8/layout/list1"/>
    <dgm:cxn modelId="{5B1182DA-13B2-4432-9104-D67D9F445DD0}" type="presParOf" srcId="{9ED50DDA-37CC-4E55-ACB2-14750261A3BC}" destId="{7EDC6451-DC8D-4C1C-9902-ED87E2FDA32C}" srcOrd="0" destOrd="0" presId="urn:microsoft.com/office/officeart/2005/8/layout/list1"/>
    <dgm:cxn modelId="{DE1C8504-D83B-48F1-8046-964F0480EA8C}" type="presParOf" srcId="{9ED50DDA-37CC-4E55-ACB2-14750261A3BC}" destId="{30B1B325-1E7A-4CE9-9838-B52C5D45E011}" srcOrd="1" destOrd="0" presId="urn:microsoft.com/office/officeart/2005/8/layout/list1"/>
    <dgm:cxn modelId="{3DA21602-E5CB-4CDB-B0B2-B43B51FCEC1F}" type="presParOf" srcId="{D5B90534-20BD-4B94-93D8-D627C9F3F073}" destId="{1A6A92DD-665F-4FB4-8FE5-2ED1949C90BA}" srcOrd="5" destOrd="0" presId="urn:microsoft.com/office/officeart/2005/8/layout/list1"/>
    <dgm:cxn modelId="{133B5B53-0491-49B2-A25E-67A5B9769DB1}" type="presParOf" srcId="{D5B90534-20BD-4B94-93D8-D627C9F3F073}" destId="{6819ADBA-E5E2-4A3C-8F34-88B77D2111D7}" srcOrd="6" destOrd="0" presId="urn:microsoft.com/office/officeart/2005/8/layout/list1"/>
    <dgm:cxn modelId="{39D5BFC1-2913-4FAB-9F16-DBEB7C5D41BF}" type="presParOf" srcId="{D5B90534-20BD-4B94-93D8-D627C9F3F073}" destId="{3BE491F1-E5F4-4C4D-AB12-F3C4E45DCA98}" srcOrd="7" destOrd="0" presId="urn:microsoft.com/office/officeart/2005/8/layout/list1"/>
    <dgm:cxn modelId="{0941E1EC-10A6-47FD-A7C4-1F0740DC4861}" type="presParOf" srcId="{D5B90534-20BD-4B94-93D8-D627C9F3F073}" destId="{9A6BF505-6F42-4819-95F9-6F70E484ED5C}" srcOrd="8" destOrd="0" presId="urn:microsoft.com/office/officeart/2005/8/layout/list1"/>
    <dgm:cxn modelId="{276EBADE-AC45-491B-9BAE-081A43BD588D}" type="presParOf" srcId="{9A6BF505-6F42-4819-95F9-6F70E484ED5C}" destId="{BE070132-DB2A-4FF9-BC89-799D646D63F1}" srcOrd="0" destOrd="0" presId="urn:microsoft.com/office/officeart/2005/8/layout/list1"/>
    <dgm:cxn modelId="{3B8E94D7-D8AD-4A1F-86DE-38B494EEFD64}" type="presParOf" srcId="{9A6BF505-6F42-4819-95F9-6F70E484ED5C}" destId="{705EE164-3134-4DC0-884B-6BD012EB2177}" srcOrd="1" destOrd="0" presId="urn:microsoft.com/office/officeart/2005/8/layout/list1"/>
    <dgm:cxn modelId="{E5E12256-3BEF-4CEF-A678-AE8B277ED1AC}" type="presParOf" srcId="{D5B90534-20BD-4B94-93D8-D627C9F3F073}" destId="{1BA1B1A9-8CC7-4723-8759-746FEEC203F8}" srcOrd="9" destOrd="0" presId="urn:microsoft.com/office/officeart/2005/8/layout/list1"/>
    <dgm:cxn modelId="{4EAC5418-7ABF-4E97-B7B2-70028F01D7C4}" type="presParOf" srcId="{D5B90534-20BD-4B94-93D8-D627C9F3F073}" destId="{019F8774-94C7-4A50-907D-FC58B324A7C3}" srcOrd="10" destOrd="0" presId="urn:microsoft.com/office/officeart/2005/8/layout/list1"/>
    <dgm:cxn modelId="{F811D127-9C37-40B5-90DB-F0C19916211C}" type="presParOf" srcId="{D5B90534-20BD-4B94-93D8-D627C9F3F073}" destId="{110AA7D3-A4E6-4E3D-BD28-F0112F6974BD}" srcOrd="11" destOrd="0" presId="urn:microsoft.com/office/officeart/2005/8/layout/list1"/>
    <dgm:cxn modelId="{9E3B0667-62BE-49FD-B9D1-08DF306FB4E6}" type="presParOf" srcId="{D5B90534-20BD-4B94-93D8-D627C9F3F073}" destId="{09D01BE2-42BD-4BAB-AD7E-DC591CF32729}" srcOrd="12" destOrd="0" presId="urn:microsoft.com/office/officeart/2005/8/layout/list1"/>
    <dgm:cxn modelId="{0A3C8EFE-7AFB-4552-9F64-FCFE77A61CBA}" type="presParOf" srcId="{09D01BE2-42BD-4BAB-AD7E-DC591CF32729}" destId="{324A200F-066A-4308-B43D-6215CB6CE5C2}" srcOrd="0" destOrd="0" presId="urn:microsoft.com/office/officeart/2005/8/layout/list1"/>
    <dgm:cxn modelId="{3BF0A470-FCA8-459C-B41C-512F55DC8FBB}" type="presParOf" srcId="{09D01BE2-42BD-4BAB-AD7E-DC591CF32729}" destId="{D880BC8A-DADE-413B-A1C2-2F6CFB233ACF}" srcOrd="1" destOrd="0" presId="urn:microsoft.com/office/officeart/2005/8/layout/list1"/>
    <dgm:cxn modelId="{61B08FF1-3537-4A4C-8010-FE159D8A67E1}" type="presParOf" srcId="{D5B90534-20BD-4B94-93D8-D627C9F3F073}" destId="{ADCABB49-7507-4D5B-9D15-CABAC59F2BED}" srcOrd="13" destOrd="0" presId="urn:microsoft.com/office/officeart/2005/8/layout/list1"/>
    <dgm:cxn modelId="{92807249-C7A4-40F1-B0E3-4B2949F367F6}" type="presParOf" srcId="{D5B90534-20BD-4B94-93D8-D627C9F3F073}" destId="{1B1ACD45-FBB0-4B1E-8BBA-E66A6331CBDE}" srcOrd="14" destOrd="0" presId="urn:microsoft.com/office/officeart/2005/8/layout/list1"/>
    <dgm:cxn modelId="{64782923-0053-4BBE-9DCB-3DFFDC991EBB}" type="presParOf" srcId="{D5B90534-20BD-4B94-93D8-D627C9F3F073}" destId="{4E010C64-84D4-41B3-8AA4-357758030F3E}" srcOrd="15" destOrd="0" presId="urn:microsoft.com/office/officeart/2005/8/layout/list1"/>
    <dgm:cxn modelId="{F23A18A4-8D23-45F6-B253-C6BF31C70370}" type="presParOf" srcId="{D5B90534-20BD-4B94-93D8-D627C9F3F073}" destId="{89AB38A0-84A9-4911-B37A-83F97319897C}" srcOrd="16" destOrd="0" presId="urn:microsoft.com/office/officeart/2005/8/layout/list1"/>
    <dgm:cxn modelId="{7231A55A-6CF9-469A-89B2-7DEF43B52B21}" type="presParOf" srcId="{89AB38A0-84A9-4911-B37A-83F97319897C}" destId="{0B31E44C-6242-4AE8-B5D3-2FA89EA25EB6}" srcOrd="0" destOrd="0" presId="urn:microsoft.com/office/officeart/2005/8/layout/list1"/>
    <dgm:cxn modelId="{3C17DBA3-02AD-40B5-8627-132F04AD0047}" type="presParOf" srcId="{89AB38A0-84A9-4911-B37A-83F97319897C}" destId="{95F610C0-9FEF-4854-9045-113243B4E702}" srcOrd="1" destOrd="0" presId="urn:microsoft.com/office/officeart/2005/8/layout/list1"/>
    <dgm:cxn modelId="{490BBAF0-A213-4237-AB08-D396AD20CF67}" type="presParOf" srcId="{D5B90534-20BD-4B94-93D8-D627C9F3F073}" destId="{54BB0A9A-FEB0-47B7-9EB6-E8E8D86DCE5A}" srcOrd="17" destOrd="0" presId="urn:microsoft.com/office/officeart/2005/8/layout/list1"/>
    <dgm:cxn modelId="{AEA3932B-B59D-424D-859A-199F05E77137}" type="presParOf" srcId="{D5B90534-20BD-4B94-93D8-D627C9F3F073}" destId="{A62E0036-B244-41B1-A29B-1377396AB1D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1CBED3-757F-4734-9070-3DD7A39347B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35C7638-0FC5-4B0E-B1FB-CCC7BC2A2AD7}">
      <dgm:prSet/>
      <dgm:spPr/>
      <dgm:t>
        <a:bodyPr/>
        <a:lstStyle/>
        <a:p>
          <a:r>
            <a:rPr lang="en-US"/>
            <a:t>Provide</a:t>
          </a:r>
        </a:p>
      </dgm:t>
    </dgm:pt>
    <dgm:pt modelId="{AD8D9506-9454-4658-A6F8-F681C359E337}" type="parTrans" cxnId="{140EFE81-031E-4899-B3AB-3B77CA6EE1FB}">
      <dgm:prSet/>
      <dgm:spPr/>
      <dgm:t>
        <a:bodyPr/>
        <a:lstStyle/>
        <a:p>
          <a:endParaRPr lang="en-US"/>
        </a:p>
      </dgm:t>
    </dgm:pt>
    <dgm:pt modelId="{5729F295-D38A-4544-A2A3-F45FAC7DDC35}" type="sibTrans" cxnId="{140EFE81-031E-4899-B3AB-3B77CA6EE1FB}">
      <dgm:prSet/>
      <dgm:spPr/>
      <dgm:t>
        <a:bodyPr/>
        <a:lstStyle/>
        <a:p>
          <a:endParaRPr lang="en-US"/>
        </a:p>
      </dgm:t>
    </dgm:pt>
    <dgm:pt modelId="{17A0B9AE-1B08-4501-AA7B-9025E89EC139}">
      <dgm:prSet/>
      <dgm:spPr/>
      <dgm:t>
        <a:bodyPr/>
        <a:lstStyle/>
        <a:p>
          <a:r>
            <a:rPr lang="en-US"/>
            <a:t>- Provide a user-friendly food ordering system</a:t>
          </a:r>
        </a:p>
      </dgm:t>
    </dgm:pt>
    <dgm:pt modelId="{921A561B-213C-4CD1-89EE-8C0279075B03}" type="parTrans" cxnId="{970AF3FF-5EAA-43EF-B88C-14F747827258}">
      <dgm:prSet/>
      <dgm:spPr/>
      <dgm:t>
        <a:bodyPr/>
        <a:lstStyle/>
        <a:p>
          <a:endParaRPr lang="en-US"/>
        </a:p>
      </dgm:t>
    </dgm:pt>
    <dgm:pt modelId="{C31EAE16-D274-44E9-A770-DED39C746335}" type="sibTrans" cxnId="{970AF3FF-5EAA-43EF-B88C-14F747827258}">
      <dgm:prSet/>
      <dgm:spPr/>
      <dgm:t>
        <a:bodyPr/>
        <a:lstStyle/>
        <a:p>
          <a:endParaRPr lang="en-US"/>
        </a:p>
      </dgm:t>
    </dgm:pt>
    <dgm:pt modelId="{EC9972D8-2A5F-4F1E-BAEA-A727093BCFF7}">
      <dgm:prSet/>
      <dgm:spPr/>
      <dgm:t>
        <a:bodyPr/>
        <a:lstStyle/>
        <a:p>
          <a:r>
            <a:rPr lang="en-US"/>
            <a:t>Reduce</a:t>
          </a:r>
        </a:p>
      </dgm:t>
    </dgm:pt>
    <dgm:pt modelId="{BA898AE9-5CC4-4342-8AD8-6049EE613467}" type="parTrans" cxnId="{4FED7AC3-FCBD-415C-8AD3-40017A2FA85E}">
      <dgm:prSet/>
      <dgm:spPr/>
      <dgm:t>
        <a:bodyPr/>
        <a:lstStyle/>
        <a:p>
          <a:endParaRPr lang="en-US"/>
        </a:p>
      </dgm:t>
    </dgm:pt>
    <dgm:pt modelId="{109367C1-8737-436F-BE71-AABA69C06A85}" type="sibTrans" cxnId="{4FED7AC3-FCBD-415C-8AD3-40017A2FA85E}">
      <dgm:prSet/>
      <dgm:spPr/>
      <dgm:t>
        <a:bodyPr/>
        <a:lstStyle/>
        <a:p>
          <a:endParaRPr lang="en-US"/>
        </a:p>
      </dgm:t>
    </dgm:pt>
    <dgm:pt modelId="{435A1D26-F1F7-4DCC-88EF-FE4308C164B3}">
      <dgm:prSet/>
      <dgm:spPr/>
      <dgm:t>
        <a:bodyPr/>
        <a:lstStyle/>
        <a:p>
          <a:r>
            <a:rPr lang="en-US"/>
            <a:t>- Reduce ordering mistakes and delays</a:t>
          </a:r>
        </a:p>
      </dgm:t>
    </dgm:pt>
    <dgm:pt modelId="{81BCAC06-A928-4CBD-A59C-BB8BBAD73964}" type="parTrans" cxnId="{B69B2DF1-D863-4364-89E4-4B07DFEDC623}">
      <dgm:prSet/>
      <dgm:spPr/>
      <dgm:t>
        <a:bodyPr/>
        <a:lstStyle/>
        <a:p>
          <a:endParaRPr lang="en-US"/>
        </a:p>
      </dgm:t>
    </dgm:pt>
    <dgm:pt modelId="{F698F465-02E3-464F-A828-A9A239FBCB04}" type="sibTrans" cxnId="{B69B2DF1-D863-4364-89E4-4B07DFEDC623}">
      <dgm:prSet/>
      <dgm:spPr/>
      <dgm:t>
        <a:bodyPr/>
        <a:lstStyle/>
        <a:p>
          <a:endParaRPr lang="en-US"/>
        </a:p>
      </dgm:t>
    </dgm:pt>
    <dgm:pt modelId="{89C07428-5D9C-4DB5-8699-B58E98C849E2}">
      <dgm:prSet/>
      <dgm:spPr/>
      <dgm:t>
        <a:bodyPr/>
        <a:lstStyle/>
        <a:p>
          <a:r>
            <a:rPr lang="en-US"/>
            <a:t>Improve</a:t>
          </a:r>
        </a:p>
      </dgm:t>
    </dgm:pt>
    <dgm:pt modelId="{9B09294B-DBD6-4BE3-8F82-C1CB98D29F37}" type="parTrans" cxnId="{D2C8AF03-634D-4541-A72E-8CEB062084D4}">
      <dgm:prSet/>
      <dgm:spPr/>
      <dgm:t>
        <a:bodyPr/>
        <a:lstStyle/>
        <a:p>
          <a:endParaRPr lang="en-US"/>
        </a:p>
      </dgm:t>
    </dgm:pt>
    <dgm:pt modelId="{94325579-2BDF-4635-87E9-69BD908C44D5}" type="sibTrans" cxnId="{D2C8AF03-634D-4541-A72E-8CEB062084D4}">
      <dgm:prSet/>
      <dgm:spPr/>
      <dgm:t>
        <a:bodyPr/>
        <a:lstStyle/>
        <a:p>
          <a:endParaRPr lang="en-US"/>
        </a:p>
      </dgm:t>
    </dgm:pt>
    <dgm:pt modelId="{BB15C085-1379-4DCE-ADC6-BEC143A4DA85}">
      <dgm:prSet/>
      <dgm:spPr/>
      <dgm:t>
        <a:bodyPr/>
        <a:lstStyle/>
        <a:p>
          <a:r>
            <a:rPr lang="en-US"/>
            <a:t>- Improve communication between stakeholders</a:t>
          </a:r>
        </a:p>
      </dgm:t>
    </dgm:pt>
    <dgm:pt modelId="{9AE870DD-17D3-46E0-AF62-678EC7424374}" type="parTrans" cxnId="{8A7C0239-9D1E-4CB1-BB08-CB39687422C7}">
      <dgm:prSet/>
      <dgm:spPr/>
      <dgm:t>
        <a:bodyPr/>
        <a:lstStyle/>
        <a:p>
          <a:endParaRPr lang="en-US"/>
        </a:p>
      </dgm:t>
    </dgm:pt>
    <dgm:pt modelId="{7709FAA8-427D-4C9B-8AB8-BAC1AE020F90}" type="sibTrans" cxnId="{8A7C0239-9D1E-4CB1-BB08-CB39687422C7}">
      <dgm:prSet/>
      <dgm:spPr/>
      <dgm:t>
        <a:bodyPr/>
        <a:lstStyle/>
        <a:p>
          <a:endParaRPr lang="en-US"/>
        </a:p>
      </dgm:t>
    </dgm:pt>
    <dgm:pt modelId="{09295D75-298C-42AC-BB73-E2F5F90F6898}">
      <dgm:prSet/>
      <dgm:spPr/>
      <dgm:t>
        <a:bodyPr/>
        <a:lstStyle/>
        <a:p>
          <a:r>
            <a:rPr lang="en-US"/>
            <a:t>Support</a:t>
          </a:r>
        </a:p>
      </dgm:t>
    </dgm:pt>
    <dgm:pt modelId="{DEF063DF-0000-4902-B7B6-2C72EDBF5C8E}" type="parTrans" cxnId="{BA99DEC7-6748-473D-B4A3-89B81E96ADCF}">
      <dgm:prSet/>
      <dgm:spPr/>
      <dgm:t>
        <a:bodyPr/>
        <a:lstStyle/>
        <a:p>
          <a:endParaRPr lang="en-US"/>
        </a:p>
      </dgm:t>
    </dgm:pt>
    <dgm:pt modelId="{959393B0-A2A5-4784-9652-65E72CAE28A4}" type="sibTrans" cxnId="{BA99DEC7-6748-473D-B4A3-89B81E96ADCF}">
      <dgm:prSet/>
      <dgm:spPr/>
      <dgm:t>
        <a:bodyPr/>
        <a:lstStyle/>
        <a:p>
          <a:endParaRPr lang="en-US"/>
        </a:p>
      </dgm:t>
    </dgm:pt>
    <dgm:pt modelId="{18604003-131F-4E8F-A3B9-4170BBBC5853}">
      <dgm:prSet/>
      <dgm:spPr/>
      <dgm:t>
        <a:bodyPr/>
        <a:lstStyle/>
        <a:p>
          <a:r>
            <a:rPr lang="en-US"/>
            <a:t>- Support secure payment methods</a:t>
          </a:r>
        </a:p>
      </dgm:t>
    </dgm:pt>
    <dgm:pt modelId="{9ABDB649-D0E0-46C4-B656-7D97AABCFC73}" type="parTrans" cxnId="{F4CF3FFA-3774-4667-B3D0-A450647DAD67}">
      <dgm:prSet/>
      <dgm:spPr/>
      <dgm:t>
        <a:bodyPr/>
        <a:lstStyle/>
        <a:p>
          <a:endParaRPr lang="en-US"/>
        </a:p>
      </dgm:t>
    </dgm:pt>
    <dgm:pt modelId="{61BC21C0-EDD6-4297-8F6F-1859CD4ED242}" type="sibTrans" cxnId="{F4CF3FFA-3774-4667-B3D0-A450647DAD67}">
      <dgm:prSet/>
      <dgm:spPr/>
      <dgm:t>
        <a:bodyPr/>
        <a:lstStyle/>
        <a:p>
          <a:endParaRPr lang="en-US"/>
        </a:p>
      </dgm:t>
    </dgm:pt>
    <dgm:pt modelId="{9E7B7425-4343-44CC-8B0D-C80D6E00F3D7}">
      <dgm:prSet/>
      <dgm:spPr/>
      <dgm:t>
        <a:bodyPr/>
        <a:lstStyle/>
        <a:p>
          <a:r>
            <a:rPr lang="en-US"/>
            <a:t>Provide</a:t>
          </a:r>
        </a:p>
      </dgm:t>
    </dgm:pt>
    <dgm:pt modelId="{61097245-1852-4EA4-9C39-459EC423C78F}" type="parTrans" cxnId="{B698A620-A0F4-4F5C-A3EF-7DE9F4B1BBEB}">
      <dgm:prSet/>
      <dgm:spPr/>
      <dgm:t>
        <a:bodyPr/>
        <a:lstStyle/>
        <a:p>
          <a:endParaRPr lang="en-US"/>
        </a:p>
      </dgm:t>
    </dgm:pt>
    <dgm:pt modelId="{A03ADC8B-5384-4CEB-980C-6DB4C85F6D85}" type="sibTrans" cxnId="{B698A620-A0F4-4F5C-A3EF-7DE9F4B1BBEB}">
      <dgm:prSet/>
      <dgm:spPr/>
      <dgm:t>
        <a:bodyPr/>
        <a:lstStyle/>
        <a:p>
          <a:endParaRPr lang="en-US"/>
        </a:p>
      </dgm:t>
    </dgm:pt>
    <dgm:pt modelId="{766146DD-ABE1-492B-B164-2AE8B6ED71BE}">
      <dgm:prSet/>
      <dgm:spPr/>
      <dgm:t>
        <a:bodyPr/>
        <a:lstStyle/>
        <a:p>
          <a:r>
            <a:rPr lang="en-US"/>
            <a:t>- Provide real-time order tracking</a:t>
          </a:r>
        </a:p>
      </dgm:t>
    </dgm:pt>
    <dgm:pt modelId="{AE14916B-A23F-4E3B-8815-C9EBF89F6BC8}" type="parTrans" cxnId="{A16D3A71-05D3-4A39-82D9-BE328E9ADD89}">
      <dgm:prSet/>
      <dgm:spPr/>
      <dgm:t>
        <a:bodyPr/>
        <a:lstStyle/>
        <a:p>
          <a:endParaRPr lang="en-US"/>
        </a:p>
      </dgm:t>
    </dgm:pt>
    <dgm:pt modelId="{31E3384E-A978-4071-9B7E-D38D5A319DB0}" type="sibTrans" cxnId="{A16D3A71-05D3-4A39-82D9-BE328E9ADD89}">
      <dgm:prSet/>
      <dgm:spPr/>
      <dgm:t>
        <a:bodyPr/>
        <a:lstStyle/>
        <a:p>
          <a:endParaRPr lang="en-US"/>
        </a:p>
      </dgm:t>
    </dgm:pt>
    <dgm:pt modelId="{20154CEB-3725-4A13-AFD5-BDAB2EFC10AE}">
      <dgm:prSet/>
      <dgm:spPr/>
      <dgm:t>
        <a:bodyPr/>
        <a:lstStyle/>
        <a:p>
          <a:r>
            <a:rPr lang="en-US"/>
            <a:t>Improve</a:t>
          </a:r>
        </a:p>
      </dgm:t>
    </dgm:pt>
    <dgm:pt modelId="{DDB3FCC4-4FF3-4CE7-8C32-BD003FA57E80}" type="parTrans" cxnId="{48198CD6-FA2F-4AEE-8128-23D6E9DA24A0}">
      <dgm:prSet/>
      <dgm:spPr/>
      <dgm:t>
        <a:bodyPr/>
        <a:lstStyle/>
        <a:p>
          <a:endParaRPr lang="en-US"/>
        </a:p>
      </dgm:t>
    </dgm:pt>
    <dgm:pt modelId="{2F947A7E-33DD-4401-9298-ABCBE859199F}" type="sibTrans" cxnId="{48198CD6-FA2F-4AEE-8128-23D6E9DA24A0}">
      <dgm:prSet/>
      <dgm:spPr/>
      <dgm:t>
        <a:bodyPr/>
        <a:lstStyle/>
        <a:p>
          <a:endParaRPr lang="en-US"/>
        </a:p>
      </dgm:t>
    </dgm:pt>
    <dgm:pt modelId="{2A76A1D2-762F-47F5-BBEB-D3935DBE743A}">
      <dgm:prSet/>
      <dgm:spPr/>
      <dgm:t>
        <a:bodyPr/>
        <a:lstStyle/>
        <a:p>
          <a:r>
            <a:rPr lang="en-US"/>
            <a:t>- Improve restaurant order management</a:t>
          </a:r>
        </a:p>
      </dgm:t>
    </dgm:pt>
    <dgm:pt modelId="{8CAA7544-EFDC-4B57-BF87-6F3CBADF0E9C}" type="parTrans" cxnId="{42E5F5F2-8D05-4C20-874B-426EA0F557BC}">
      <dgm:prSet/>
      <dgm:spPr/>
      <dgm:t>
        <a:bodyPr/>
        <a:lstStyle/>
        <a:p>
          <a:endParaRPr lang="en-US"/>
        </a:p>
      </dgm:t>
    </dgm:pt>
    <dgm:pt modelId="{B57E43E4-7204-4D54-B7E9-721C4F12DA2F}" type="sibTrans" cxnId="{42E5F5F2-8D05-4C20-874B-426EA0F557BC}">
      <dgm:prSet/>
      <dgm:spPr/>
      <dgm:t>
        <a:bodyPr/>
        <a:lstStyle/>
        <a:p>
          <a:endParaRPr lang="en-US"/>
        </a:p>
      </dgm:t>
    </dgm:pt>
    <dgm:pt modelId="{BAA5F7DC-4EE2-4CD8-A05D-E2B3D2874472}" type="pres">
      <dgm:prSet presAssocID="{891CBED3-757F-4734-9070-3DD7A39347B4}" presName="Name0" presStyleCnt="0">
        <dgm:presLayoutVars>
          <dgm:dir/>
          <dgm:animLvl val="lvl"/>
          <dgm:resizeHandles val="exact"/>
        </dgm:presLayoutVars>
      </dgm:prSet>
      <dgm:spPr/>
    </dgm:pt>
    <dgm:pt modelId="{43882987-DFD7-4E3D-B631-A8D042DAC317}" type="pres">
      <dgm:prSet presAssocID="{20154CEB-3725-4A13-AFD5-BDAB2EFC10AE}" presName="boxAndChildren" presStyleCnt="0"/>
      <dgm:spPr/>
    </dgm:pt>
    <dgm:pt modelId="{01888181-5D54-470C-91D2-14BC34901AB8}" type="pres">
      <dgm:prSet presAssocID="{20154CEB-3725-4A13-AFD5-BDAB2EFC10AE}" presName="parentTextBox" presStyleLbl="alignNode1" presStyleIdx="0" presStyleCnt="6"/>
      <dgm:spPr/>
    </dgm:pt>
    <dgm:pt modelId="{BF8459C8-15C4-4BAB-ACC3-2F1E3EDD1C5B}" type="pres">
      <dgm:prSet presAssocID="{20154CEB-3725-4A13-AFD5-BDAB2EFC10AE}" presName="descendantBox" presStyleLbl="bgAccFollowNode1" presStyleIdx="0" presStyleCnt="6"/>
      <dgm:spPr/>
    </dgm:pt>
    <dgm:pt modelId="{13D4EC0B-F19D-4743-8464-20840A665496}" type="pres">
      <dgm:prSet presAssocID="{A03ADC8B-5384-4CEB-980C-6DB4C85F6D85}" presName="sp" presStyleCnt="0"/>
      <dgm:spPr/>
    </dgm:pt>
    <dgm:pt modelId="{C19BFFC1-BE2D-4674-A09D-5DB385EA3720}" type="pres">
      <dgm:prSet presAssocID="{9E7B7425-4343-44CC-8B0D-C80D6E00F3D7}" presName="arrowAndChildren" presStyleCnt="0"/>
      <dgm:spPr/>
    </dgm:pt>
    <dgm:pt modelId="{9255C971-CF44-477B-9F98-D5F27F0DD10E}" type="pres">
      <dgm:prSet presAssocID="{9E7B7425-4343-44CC-8B0D-C80D6E00F3D7}" presName="parentTextArrow" presStyleLbl="node1" presStyleIdx="0" presStyleCnt="0"/>
      <dgm:spPr/>
    </dgm:pt>
    <dgm:pt modelId="{4192CD18-3D28-416B-881B-F67FF51FA8C0}" type="pres">
      <dgm:prSet presAssocID="{9E7B7425-4343-44CC-8B0D-C80D6E00F3D7}" presName="arrow" presStyleLbl="alignNode1" presStyleIdx="1" presStyleCnt="6"/>
      <dgm:spPr/>
    </dgm:pt>
    <dgm:pt modelId="{ACB9ACD3-BD35-4EDE-9145-E1A6DDE85D50}" type="pres">
      <dgm:prSet presAssocID="{9E7B7425-4343-44CC-8B0D-C80D6E00F3D7}" presName="descendantArrow" presStyleLbl="bgAccFollowNode1" presStyleIdx="1" presStyleCnt="6"/>
      <dgm:spPr/>
    </dgm:pt>
    <dgm:pt modelId="{A828E522-0128-4F81-946F-7CF517F84590}" type="pres">
      <dgm:prSet presAssocID="{959393B0-A2A5-4784-9652-65E72CAE28A4}" presName="sp" presStyleCnt="0"/>
      <dgm:spPr/>
    </dgm:pt>
    <dgm:pt modelId="{65CBD971-1E1A-47C4-A878-34E19DD1C4C8}" type="pres">
      <dgm:prSet presAssocID="{09295D75-298C-42AC-BB73-E2F5F90F6898}" presName="arrowAndChildren" presStyleCnt="0"/>
      <dgm:spPr/>
    </dgm:pt>
    <dgm:pt modelId="{E00E1679-6F0E-4BB5-B159-3942794CDD7B}" type="pres">
      <dgm:prSet presAssocID="{09295D75-298C-42AC-BB73-E2F5F90F6898}" presName="parentTextArrow" presStyleLbl="node1" presStyleIdx="0" presStyleCnt="0"/>
      <dgm:spPr/>
    </dgm:pt>
    <dgm:pt modelId="{47AFB5DC-E335-4971-B748-D639C913F77A}" type="pres">
      <dgm:prSet presAssocID="{09295D75-298C-42AC-BB73-E2F5F90F6898}" presName="arrow" presStyleLbl="alignNode1" presStyleIdx="2" presStyleCnt="6"/>
      <dgm:spPr/>
    </dgm:pt>
    <dgm:pt modelId="{0560368D-0FF0-4F9E-A979-FDCCB8737B0F}" type="pres">
      <dgm:prSet presAssocID="{09295D75-298C-42AC-BB73-E2F5F90F6898}" presName="descendantArrow" presStyleLbl="bgAccFollowNode1" presStyleIdx="2" presStyleCnt="6"/>
      <dgm:spPr/>
    </dgm:pt>
    <dgm:pt modelId="{468D8AFB-0E20-4495-8835-0B0347EC6B35}" type="pres">
      <dgm:prSet presAssocID="{94325579-2BDF-4635-87E9-69BD908C44D5}" presName="sp" presStyleCnt="0"/>
      <dgm:spPr/>
    </dgm:pt>
    <dgm:pt modelId="{4E519133-0AAF-4C69-924F-064DEE81CA7B}" type="pres">
      <dgm:prSet presAssocID="{89C07428-5D9C-4DB5-8699-B58E98C849E2}" presName="arrowAndChildren" presStyleCnt="0"/>
      <dgm:spPr/>
    </dgm:pt>
    <dgm:pt modelId="{C1AEB1E8-03FA-4D88-9299-146BD0C31A0F}" type="pres">
      <dgm:prSet presAssocID="{89C07428-5D9C-4DB5-8699-B58E98C849E2}" presName="parentTextArrow" presStyleLbl="node1" presStyleIdx="0" presStyleCnt="0"/>
      <dgm:spPr/>
    </dgm:pt>
    <dgm:pt modelId="{66DECC85-786A-47D1-A5C7-D86B36565E8F}" type="pres">
      <dgm:prSet presAssocID="{89C07428-5D9C-4DB5-8699-B58E98C849E2}" presName="arrow" presStyleLbl="alignNode1" presStyleIdx="3" presStyleCnt="6"/>
      <dgm:spPr/>
    </dgm:pt>
    <dgm:pt modelId="{A810AEAE-5784-495D-A108-89F45A642111}" type="pres">
      <dgm:prSet presAssocID="{89C07428-5D9C-4DB5-8699-B58E98C849E2}" presName="descendantArrow" presStyleLbl="bgAccFollowNode1" presStyleIdx="3" presStyleCnt="6"/>
      <dgm:spPr/>
    </dgm:pt>
    <dgm:pt modelId="{E05A258F-FDDE-4590-A6FB-743354E86AB3}" type="pres">
      <dgm:prSet presAssocID="{109367C1-8737-436F-BE71-AABA69C06A85}" presName="sp" presStyleCnt="0"/>
      <dgm:spPr/>
    </dgm:pt>
    <dgm:pt modelId="{5CC14DFE-28F5-4BE4-8AB5-2D0CD8488325}" type="pres">
      <dgm:prSet presAssocID="{EC9972D8-2A5F-4F1E-BAEA-A727093BCFF7}" presName="arrowAndChildren" presStyleCnt="0"/>
      <dgm:spPr/>
    </dgm:pt>
    <dgm:pt modelId="{48C900B4-C592-46FD-83C4-638A8F6A3922}" type="pres">
      <dgm:prSet presAssocID="{EC9972D8-2A5F-4F1E-BAEA-A727093BCFF7}" presName="parentTextArrow" presStyleLbl="node1" presStyleIdx="0" presStyleCnt="0"/>
      <dgm:spPr/>
    </dgm:pt>
    <dgm:pt modelId="{561A21EA-F8D7-4C63-853D-AF8A689D0D27}" type="pres">
      <dgm:prSet presAssocID="{EC9972D8-2A5F-4F1E-BAEA-A727093BCFF7}" presName="arrow" presStyleLbl="alignNode1" presStyleIdx="4" presStyleCnt="6"/>
      <dgm:spPr/>
    </dgm:pt>
    <dgm:pt modelId="{DFB8DE22-09ED-47EA-875B-0EF3880BF99A}" type="pres">
      <dgm:prSet presAssocID="{EC9972D8-2A5F-4F1E-BAEA-A727093BCFF7}" presName="descendantArrow" presStyleLbl="bgAccFollowNode1" presStyleIdx="4" presStyleCnt="6"/>
      <dgm:spPr/>
    </dgm:pt>
    <dgm:pt modelId="{F5045507-D6CC-48F9-96F6-7B02B7D4F0C8}" type="pres">
      <dgm:prSet presAssocID="{5729F295-D38A-4544-A2A3-F45FAC7DDC35}" presName="sp" presStyleCnt="0"/>
      <dgm:spPr/>
    </dgm:pt>
    <dgm:pt modelId="{AF85978A-E27D-41BA-B7FA-7F501AB33A07}" type="pres">
      <dgm:prSet presAssocID="{135C7638-0FC5-4B0E-B1FB-CCC7BC2A2AD7}" presName="arrowAndChildren" presStyleCnt="0"/>
      <dgm:spPr/>
    </dgm:pt>
    <dgm:pt modelId="{67AEDAB0-4270-4478-B315-E6CD87BEA216}" type="pres">
      <dgm:prSet presAssocID="{135C7638-0FC5-4B0E-B1FB-CCC7BC2A2AD7}" presName="parentTextArrow" presStyleLbl="node1" presStyleIdx="0" presStyleCnt="0"/>
      <dgm:spPr/>
    </dgm:pt>
    <dgm:pt modelId="{A968D34E-9BF0-4F36-B217-22EE03225D0A}" type="pres">
      <dgm:prSet presAssocID="{135C7638-0FC5-4B0E-B1FB-CCC7BC2A2AD7}" presName="arrow" presStyleLbl="alignNode1" presStyleIdx="5" presStyleCnt="6"/>
      <dgm:spPr/>
    </dgm:pt>
    <dgm:pt modelId="{C6EB2436-DDDD-4154-8ECC-FA6E01A2E06B}" type="pres">
      <dgm:prSet presAssocID="{135C7638-0FC5-4B0E-B1FB-CCC7BC2A2AD7}" presName="descendantArrow" presStyleLbl="bgAccFollowNode1" presStyleIdx="5" presStyleCnt="6"/>
      <dgm:spPr/>
    </dgm:pt>
  </dgm:ptLst>
  <dgm:cxnLst>
    <dgm:cxn modelId="{D2C8AF03-634D-4541-A72E-8CEB062084D4}" srcId="{891CBED3-757F-4734-9070-3DD7A39347B4}" destId="{89C07428-5D9C-4DB5-8699-B58E98C849E2}" srcOrd="2" destOrd="0" parTransId="{9B09294B-DBD6-4BE3-8F82-C1CB98D29F37}" sibTransId="{94325579-2BDF-4635-87E9-69BD908C44D5}"/>
    <dgm:cxn modelId="{843F0E08-8A10-45F1-8A58-6A74A67BDEBA}" type="presOf" srcId="{BB15C085-1379-4DCE-ADC6-BEC143A4DA85}" destId="{A810AEAE-5784-495D-A108-89F45A642111}" srcOrd="0" destOrd="0" presId="urn:microsoft.com/office/officeart/2016/7/layout/VerticalDownArrowProcess"/>
    <dgm:cxn modelId="{AC6B550C-6A15-4997-A363-7633E6B35C7A}" type="presOf" srcId="{EC9972D8-2A5F-4F1E-BAEA-A727093BCFF7}" destId="{48C900B4-C592-46FD-83C4-638A8F6A3922}" srcOrd="0" destOrd="0" presId="urn:microsoft.com/office/officeart/2016/7/layout/VerticalDownArrowProcess"/>
    <dgm:cxn modelId="{B6781612-C76D-4E07-82E7-E567E7586224}" type="presOf" srcId="{435A1D26-F1F7-4DCC-88EF-FE4308C164B3}" destId="{DFB8DE22-09ED-47EA-875B-0EF3880BF99A}" srcOrd="0" destOrd="0" presId="urn:microsoft.com/office/officeart/2016/7/layout/VerticalDownArrowProcess"/>
    <dgm:cxn modelId="{33F07816-4C93-488E-B4C6-9192F0D9C2C5}" type="presOf" srcId="{9E7B7425-4343-44CC-8B0D-C80D6E00F3D7}" destId="{4192CD18-3D28-416B-881B-F67FF51FA8C0}" srcOrd="1" destOrd="0" presId="urn:microsoft.com/office/officeart/2016/7/layout/VerticalDownArrowProcess"/>
    <dgm:cxn modelId="{B698A620-A0F4-4F5C-A3EF-7DE9F4B1BBEB}" srcId="{891CBED3-757F-4734-9070-3DD7A39347B4}" destId="{9E7B7425-4343-44CC-8B0D-C80D6E00F3D7}" srcOrd="4" destOrd="0" parTransId="{61097245-1852-4EA4-9C39-459EC423C78F}" sibTransId="{A03ADC8B-5384-4CEB-980C-6DB4C85F6D85}"/>
    <dgm:cxn modelId="{3A879C2E-2758-4D55-BAFE-AE50C1206F68}" type="presOf" srcId="{17A0B9AE-1B08-4501-AA7B-9025E89EC139}" destId="{C6EB2436-DDDD-4154-8ECC-FA6E01A2E06B}" srcOrd="0" destOrd="0" presId="urn:microsoft.com/office/officeart/2016/7/layout/VerticalDownArrowProcess"/>
    <dgm:cxn modelId="{8A7C0239-9D1E-4CB1-BB08-CB39687422C7}" srcId="{89C07428-5D9C-4DB5-8699-B58E98C849E2}" destId="{BB15C085-1379-4DCE-ADC6-BEC143A4DA85}" srcOrd="0" destOrd="0" parTransId="{9AE870DD-17D3-46E0-AF62-678EC7424374}" sibTransId="{7709FAA8-427D-4C9B-8AB8-BAC1AE020F90}"/>
    <dgm:cxn modelId="{4D26BA40-63DD-40B1-B75C-6C005A31F319}" type="presOf" srcId="{766146DD-ABE1-492B-B164-2AE8B6ED71BE}" destId="{ACB9ACD3-BD35-4EDE-9145-E1A6DDE85D50}" srcOrd="0" destOrd="0" presId="urn:microsoft.com/office/officeart/2016/7/layout/VerticalDownArrowProcess"/>
    <dgm:cxn modelId="{B1F74366-10EF-4A47-916B-06464093E9FE}" type="presOf" srcId="{18604003-131F-4E8F-A3B9-4170BBBC5853}" destId="{0560368D-0FF0-4F9E-A979-FDCCB8737B0F}" srcOrd="0" destOrd="0" presId="urn:microsoft.com/office/officeart/2016/7/layout/VerticalDownArrowProcess"/>
    <dgm:cxn modelId="{A16D3A71-05D3-4A39-82D9-BE328E9ADD89}" srcId="{9E7B7425-4343-44CC-8B0D-C80D6E00F3D7}" destId="{766146DD-ABE1-492B-B164-2AE8B6ED71BE}" srcOrd="0" destOrd="0" parTransId="{AE14916B-A23F-4E3B-8815-C9EBF89F6BC8}" sibTransId="{31E3384E-A978-4071-9B7E-D38D5A319DB0}"/>
    <dgm:cxn modelId="{1C2F8E53-64F5-4469-9654-FB802C32DE54}" type="presOf" srcId="{EC9972D8-2A5F-4F1E-BAEA-A727093BCFF7}" destId="{561A21EA-F8D7-4C63-853D-AF8A689D0D27}" srcOrd="1" destOrd="0" presId="urn:microsoft.com/office/officeart/2016/7/layout/VerticalDownArrowProcess"/>
    <dgm:cxn modelId="{894D9873-2D16-4A90-B263-C3F647F87FE5}" type="presOf" srcId="{09295D75-298C-42AC-BB73-E2F5F90F6898}" destId="{E00E1679-6F0E-4BB5-B159-3942794CDD7B}" srcOrd="0" destOrd="0" presId="urn:microsoft.com/office/officeart/2016/7/layout/VerticalDownArrowProcess"/>
    <dgm:cxn modelId="{F4E50054-9562-4F31-B95A-762075F2B28E}" type="presOf" srcId="{89C07428-5D9C-4DB5-8699-B58E98C849E2}" destId="{66DECC85-786A-47D1-A5C7-D86B36565E8F}" srcOrd="1" destOrd="0" presId="urn:microsoft.com/office/officeart/2016/7/layout/VerticalDownArrowProcess"/>
    <dgm:cxn modelId="{CD82BF55-643B-4EA8-932F-6B8B7E95D9CC}" type="presOf" srcId="{09295D75-298C-42AC-BB73-E2F5F90F6898}" destId="{47AFB5DC-E335-4971-B748-D639C913F77A}" srcOrd="1" destOrd="0" presId="urn:microsoft.com/office/officeart/2016/7/layout/VerticalDownArrowProcess"/>
    <dgm:cxn modelId="{EB3E8F7E-4633-43CD-9245-7D505CDD333E}" type="presOf" srcId="{2A76A1D2-762F-47F5-BBEB-D3935DBE743A}" destId="{BF8459C8-15C4-4BAB-ACC3-2F1E3EDD1C5B}" srcOrd="0" destOrd="0" presId="urn:microsoft.com/office/officeart/2016/7/layout/VerticalDownArrowProcess"/>
    <dgm:cxn modelId="{140EFE81-031E-4899-B3AB-3B77CA6EE1FB}" srcId="{891CBED3-757F-4734-9070-3DD7A39347B4}" destId="{135C7638-0FC5-4B0E-B1FB-CCC7BC2A2AD7}" srcOrd="0" destOrd="0" parTransId="{AD8D9506-9454-4658-A6F8-F681C359E337}" sibTransId="{5729F295-D38A-4544-A2A3-F45FAC7DDC35}"/>
    <dgm:cxn modelId="{A2F51985-80DB-4B3B-9767-0F11DA042FAB}" type="presOf" srcId="{135C7638-0FC5-4B0E-B1FB-CCC7BC2A2AD7}" destId="{67AEDAB0-4270-4478-B315-E6CD87BEA216}" srcOrd="0" destOrd="0" presId="urn:microsoft.com/office/officeart/2016/7/layout/VerticalDownArrowProcess"/>
    <dgm:cxn modelId="{B1D174A7-AB9A-43C3-804C-9DB1AA52B8D9}" type="presOf" srcId="{891CBED3-757F-4734-9070-3DD7A39347B4}" destId="{BAA5F7DC-4EE2-4CD8-A05D-E2B3D2874472}" srcOrd="0" destOrd="0" presId="urn:microsoft.com/office/officeart/2016/7/layout/VerticalDownArrowProcess"/>
    <dgm:cxn modelId="{647383AB-5083-4201-BBB3-5F199C3245D5}" type="presOf" srcId="{9E7B7425-4343-44CC-8B0D-C80D6E00F3D7}" destId="{9255C971-CF44-477B-9F98-D5F27F0DD10E}" srcOrd="0" destOrd="0" presId="urn:microsoft.com/office/officeart/2016/7/layout/VerticalDownArrowProcess"/>
    <dgm:cxn modelId="{0E1B07BB-CC99-4E78-8F48-6EAC0C2D4236}" type="presOf" srcId="{89C07428-5D9C-4DB5-8699-B58E98C849E2}" destId="{C1AEB1E8-03FA-4D88-9299-146BD0C31A0F}" srcOrd="0" destOrd="0" presId="urn:microsoft.com/office/officeart/2016/7/layout/VerticalDownArrowProcess"/>
    <dgm:cxn modelId="{4FED7AC3-FCBD-415C-8AD3-40017A2FA85E}" srcId="{891CBED3-757F-4734-9070-3DD7A39347B4}" destId="{EC9972D8-2A5F-4F1E-BAEA-A727093BCFF7}" srcOrd="1" destOrd="0" parTransId="{BA898AE9-5CC4-4342-8AD8-6049EE613467}" sibTransId="{109367C1-8737-436F-BE71-AABA69C06A85}"/>
    <dgm:cxn modelId="{BA99DEC7-6748-473D-B4A3-89B81E96ADCF}" srcId="{891CBED3-757F-4734-9070-3DD7A39347B4}" destId="{09295D75-298C-42AC-BB73-E2F5F90F6898}" srcOrd="3" destOrd="0" parTransId="{DEF063DF-0000-4902-B7B6-2C72EDBF5C8E}" sibTransId="{959393B0-A2A5-4784-9652-65E72CAE28A4}"/>
    <dgm:cxn modelId="{FDD961CB-7A9A-4840-85AE-DBD1271C862C}" type="presOf" srcId="{20154CEB-3725-4A13-AFD5-BDAB2EFC10AE}" destId="{01888181-5D54-470C-91D2-14BC34901AB8}" srcOrd="0" destOrd="0" presId="urn:microsoft.com/office/officeart/2016/7/layout/VerticalDownArrowProcess"/>
    <dgm:cxn modelId="{D5B2F2D4-1BB5-4454-A2B6-925FBA3EB304}" type="presOf" srcId="{135C7638-0FC5-4B0E-B1FB-CCC7BC2A2AD7}" destId="{A968D34E-9BF0-4F36-B217-22EE03225D0A}" srcOrd="1" destOrd="0" presId="urn:microsoft.com/office/officeart/2016/7/layout/VerticalDownArrowProcess"/>
    <dgm:cxn modelId="{48198CD6-FA2F-4AEE-8128-23D6E9DA24A0}" srcId="{891CBED3-757F-4734-9070-3DD7A39347B4}" destId="{20154CEB-3725-4A13-AFD5-BDAB2EFC10AE}" srcOrd="5" destOrd="0" parTransId="{DDB3FCC4-4FF3-4CE7-8C32-BD003FA57E80}" sibTransId="{2F947A7E-33DD-4401-9298-ABCBE859199F}"/>
    <dgm:cxn modelId="{B69B2DF1-D863-4364-89E4-4B07DFEDC623}" srcId="{EC9972D8-2A5F-4F1E-BAEA-A727093BCFF7}" destId="{435A1D26-F1F7-4DCC-88EF-FE4308C164B3}" srcOrd="0" destOrd="0" parTransId="{81BCAC06-A928-4CBD-A59C-BB8BBAD73964}" sibTransId="{F698F465-02E3-464F-A828-A9A239FBCB04}"/>
    <dgm:cxn modelId="{42E5F5F2-8D05-4C20-874B-426EA0F557BC}" srcId="{20154CEB-3725-4A13-AFD5-BDAB2EFC10AE}" destId="{2A76A1D2-762F-47F5-BBEB-D3935DBE743A}" srcOrd="0" destOrd="0" parTransId="{8CAA7544-EFDC-4B57-BF87-6F3CBADF0E9C}" sibTransId="{B57E43E4-7204-4D54-B7E9-721C4F12DA2F}"/>
    <dgm:cxn modelId="{F4CF3FFA-3774-4667-B3D0-A450647DAD67}" srcId="{09295D75-298C-42AC-BB73-E2F5F90F6898}" destId="{18604003-131F-4E8F-A3B9-4170BBBC5853}" srcOrd="0" destOrd="0" parTransId="{9ABDB649-D0E0-46C4-B656-7D97AABCFC73}" sibTransId="{61BC21C0-EDD6-4297-8F6F-1859CD4ED242}"/>
    <dgm:cxn modelId="{970AF3FF-5EAA-43EF-B88C-14F747827258}" srcId="{135C7638-0FC5-4B0E-B1FB-CCC7BC2A2AD7}" destId="{17A0B9AE-1B08-4501-AA7B-9025E89EC139}" srcOrd="0" destOrd="0" parTransId="{921A561B-213C-4CD1-89EE-8C0279075B03}" sibTransId="{C31EAE16-D274-44E9-A770-DED39C746335}"/>
    <dgm:cxn modelId="{4F8B65A5-19E4-436E-92FA-AC9B267A5F59}" type="presParOf" srcId="{BAA5F7DC-4EE2-4CD8-A05D-E2B3D2874472}" destId="{43882987-DFD7-4E3D-B631-A8D042DAC317}" srcOrd="0" destOrd="0" presId="urn:microsoft.com/office/officeart/2016/7/layout/VerticalDownArrowProcess"/>
    <dgm:cxn modelId="{6BD3B5CA-612C-4A74-81D8-FC5E8FF7C1D3}" type="presParOf" srcId="{43882987-DFD7-4E3D-B631-A8D042DAC317}" destId="{01888181-5D54-470C-91D2-14BC34901AB8}" srcOrd="0" destOrd="0" presId="urn:microsoft.com/office/officeart/2016/7/layout/VerticalDownArrowProcess"/>
    <dgm:cxn modelId="{180CAED1-A959-42B4-AA27-03C966C0E876}" type="presParOf" srcId="{43882987-DFD7-4E3D-B631-A8D042DAC317}" destId="{BF8459C8-15C4-4BAB-ACC3-2F1E3EDD1C5B}" srcOrd="1" destOrd="0" presId="urn:microsoft.com/office/officeart/2016/7/layout/VerticalDownArrowProcess"/>
    <dgm:cxn modelId="{01BA0001-58F4-42BF-BBC6-315DD7674C16}" type="presParOf" srcId="{BAA5F7DC-4EE2-4CD8-A05D-E2B3D2874472}" destId="{13D4EC0B-F19D-4743-8464-20840A665496}" srcOrd="1" destOrd="0" presId="urn:microsoft.com/office/officeart/2016/7/layout/VerticalDownArrowProcess"/>
    <dgm:cxn modelId="{E012C0B7-8D73-43F1-A58A-88EF4F09263E}" type="presParOf" srcId="{BAA5F7DC-4EE2-4CD8-A05D-E2B3D2874472}" destId="{C19BFFC1-BE2D-4674-A09D-5DB385EA3720}" srcOrd="2" destOrd="0" presId="urn:microsoft.com/office/officeart/2016/7/layout/VerticalDownArrowProcess"/>
    <dgm:cxn modelId="{6FE93A8F-8DC7-4CD0-9AFA-5E028C8EC955}" type="presParOf" srcId="{C19BFFC1-BE2D-4674-A09D-5DB385EA3720}" destId="{9255C971-CF44-477B-9F98-D5F27F0DD10E}" srcOrd="0" destOrd="0" presId="urn:microsoft.com/office/officeart/2016/7/layout/VerticalDownArrowProcess"/>
    <dgm:cxn modelId="{C1F06ABF-0C3E-4FE4-BAD5-A9D7F54BDBCC}" type="presParOf" srcId="{C19BFFC1-BE2D-4674-A09D-5DB385EA3720}" destId="{4192CD18-3D28-416B-881B-F67FF51FA8C0}" srcOrd="1" destOrd="0" presId="urn:microsoft.com/office/officeart/2016/7/layout/VerticalDownArrowProcess"/>
    <dgm:cxn modelId="{4C26F74A-5061-4F82-80A3-41F2D2558A60}" type="presParOf" srcId="{C19BFFC1-BE2D-4674-A09D-5DB385EA3720}" destId="{ACB9ACD3-BD35-4EDE-9145-E1A6DDE85D50}" srcOrd="2" destOrd="0" presId="urn:microsoft.com/office/officeart/2016/7/layout/VerticalDownArrowProcess"/>
    <dgm:cxn modelId="{600E735F-109D-48C2-BD31-690BB53D271B}" type="presParOf" srcId="{BAA5F7DC-4EE2-4CD8-A05D-E2B3D2874472}" destId="{A828E522-0128-4F81-946F-7CF517F84590}" srcOrd="3" destOrd="0" presId="urn:microsoft.com/office/officeart/2016/7/layout/VerticalDownArrowProcess"/>
    <dgm:cxn modelId="{F70B3F09-FE7B-48AF-A063-44B7DBC7C731}" type="presParOf" srcId="{BAA5F7DC-4EE2-4CD8-A05D-E2B3D2874472}" destId="{65CBD971-1E1A-47C4-A878-34E19DD1C4C8}" srcOrd="4" destOrd="0" presId="urn:microsoft.com/office/officeart/2016/7/layout/VerticalDownArrowProcess"/>
    <dgm:cxn modelId="{CB0EC391-28EE-48D0-88C4-1FE22ECA96BB}" type="presParOf" srcId="{65CBD971-1E1A-47C4-A878-34E19DD1C4C8}" destId="{E00E1679-6F0E-4BB5-B159-3942794CDD7B}" srcOrd="0" destOrd="0" presId="urn:microsoft.com/office/officeart/2016/7/layout/VerticalDownArrowProcess"/>
    <dgm:cxn modelId="{272AB8DF-18B8-4550-AB95-3E337E5203C8}" type="presParOf" srcId="{65CBD971-1E1A-47C4-A878-34E19DD1C4C8}" destId="{47AFB5DC-E335-4971-B748-D639C913F77A}" srcOrd="1" destOrd="0" presId="urn:microsoft.com/office/officeart/2016/7/layout/VerticalDownArrowProcess"/>
    <dgm:cxn modelId="{A59850D1-DFAC-4DAC-8BA7-85025EA60763}" type="presParOf" srcId="{65CBD971-1E1A-47C4-A878-34E19DD1C4C8}" destId="{0560368D-0FF0-4F9E-A979-FDCCB8737B0F}" srcOrd="2" destOrd="0" presId="urn:microsoft.com/office/officeart/2016/7/layout/VerticalDownArrowProcess"/>
    <dgm:cxn modelId="{02190767-47A7-496F-A8C8-922610803F82}" type="presParOf" srcId="{BAA5F7DC-4EE2-4CD8-A05D-E2B3D2874472}" destId="{468D8AFB-0E20-4495-8835-0B0347EC6B35}" srcOrd="5" destOrd="0" presId="urn:microsoft.com/office/officeart/2016/7/layout/VerticalDownArrowProcess"/>
    <dgm:cxn modelId="{1B9DD144-26B7-4731-8FC7-C1CA7A5525B8}" type="presParOf" srcId="{BAA5F7DC-4EE2-4CD8-A05D-E2B3D2874472}" destId="{4E519133-0AAF-4C69-924F-064DEE81CA7B}" srcOrd="6" destOrd="0" presId="urn:microsoft.com/office/officeart/2016/7/layout/VerticalDownArrowProcess"/>
    <dgm:cxn modelId="{B8A59798-D702-406E-B29B-76BD1653164A}" type="presParOf" srcId="{4E519133-0AAF-4C69-924F-064DEE81CA7B}" destId="{C1AEB1E8-03FA-4D88-9299-146BD0C31A0F}" srcOrd="0" destOrd="0" presId="urn:microsoft.com/office/officeart/2016/7/layout/VerticalDownArrowProcess"/>
    <dgm:cxn modelId="{8F730F97-9BF2-4AF9-8B19-87FAB60F27D1}" type="presParOf" srcId="{4E519133-0AAF-4C69-924F-064DEE81CA7B}" destId="{66DECC85-786A-47D1-A5C7-D86B36565E8F}" srcOrd="1" destOrd="0" presId="urn:microsoft.com/office/officeart/2016/7/layout/VerticalDownArrowProcess"/>
    <dgm:cxn modelId="{E5ED2102-831A-4E2C-A15A-D7354362BB6D}" type="presParOf" srcId="{4E519133-0AAF-4C69-924F-064DEE81CA7B}" destId="{A810AEAE-5784-495D-A108-89F45A642111}" srcOrd="2" destOrd="0" presId="urn:microsoft.com/office/officeart/2016/7/layout/VerticalDownArrowProcess"/>
    <dgm:cxn modelId="{6C59580D-EA1B-4AF1-AFF4-7FA52C01BBB7}" type="presParOf" srcId="{BAA5F7DC-4EE2-4CD8-A05D-E2B3D2874472}" destId="{E05A258F-FDDE-4590-A6FB-743354E86AB3}" srcOrd="7" destOrd="0" presId="urn:microsoft.com/office/officeart/2016/7/layout/VerticalDownArrowProcess"/>
    <dgm:cxn modelId="{680D6EBF-A82F-46B9-BE38-50EFB67F1D98}" type="presParOf" srcId="{BAA5F7DC-4EE2-4CD8-A05D-E2B3D2874472}" destId="{5CC14DFE-28F5-4BE4-8AB5-2D0CD8488325}" srcOrd="8" destOrd="0" presId="urn:microsoft.com/office/officeart/2016/7/layout/VerticalDownArrowProcess"/>
    <dgm:cxn modelId="{8416804E-37B5-41FB-BF2E-C72EAA3A4DA0}" type="presParOf" srcId="{5CC14DFE-28F5-4BE4-8AB5-2D0CD8488325}" destId="{48C900B4-C592-46FD-83C4-638A8F6A3922}" srcOrd="0" destOrd="0" presId="urn:microsoft.com/office/officeart/2016/7/layout/VerticalDownArrowProcess"/>
    <dgm:cxn modelId="{121E3304-E740-4197-AF71-1FEF91C9CAF0}" type="presParOf" srcId="{5CC14DFE-28F5-4BE4-8AB5-2D0CD8488325}" destId="{561A21EA-F8D7-4C63-853D-AF8A689D0D27}" srcOrd="1" destOrd="0" presId="urn:microsoft.com/office/officeart/2016/7/layout/VerticalDownArrowProcess"/>
    <dgm:cxn modelId="{69FA7AAE-C9F3-4841-8EE1-AB0548E738FA}" type="presParOf" srcId="{5CC14DFE-28F5-4BE4-8AB5-2D0CD8488325}" destId="{DFB8DE22-09ED-47EA-875B-0EF3880BF99A}" srcOrd="2" destOrd="0" presId="urn:microsoft.com/office/officeart/2016/7/layout/VerticalDownArrowProcess"/>
    <dgm:cxn modelId="{FD4E8669-70D2-43EE-B252-5A30613282B1}" type="presParOf" srcId="{BAA5F7DC-4EE2-4CD8-A05D-E2B3D2874472}" destId="{F5045507-D6CC-48F9-96F6-7B02B7D4F0C8}" srcOrd="9" destOrd="0" presId="urn:microsoft.com/office/officeart/2016/7/layout/VerticalDownArrowProcess"/>
    <dgm:cxn modelId="{4F0FFFBB-8948-4666-865E-5F7AEC1FD8A4}" type="presParOf" srcId="{BAA5F7DC-4EE2-4CD8-A05D-E2B3D2874472}" destId="{AF85978A-E27D-41BA-B7FA-7F501AB33A07}" srcOrd="10" destOrd="0" presId="urn:microsoft.com/office/officeart/2016/7/layout/VerticalDownArrowProcess"/>
    <dgm:cxn modelId="{897659B4-8D46-410D-8E0E-3F6BACD5EBE6}" type="presParOf" srcId="{AF85978A-E27D-41BA-B7FA-7F501AB33A07}" destId="{67AEDAB0-4270-4478-B315-E6CD87BEA216}" srcOrd="0" destOrd="0" presId="urn:microsoft.com/office/officeart/2016/7/layout/VerticalDownArrowProcess"/>
    <dgm:cxn modelId="{71B287AE-4B4A-45A1-8D7E-053D502AAB57}" type="presParOf" srcId="{AF85978A-E27D-41BA-B7FA-7F501AB33A07}" destId="{A968D34E-9BF0-4F36-B217-22EE03225D0A}" srcOrd="1" destOrd="0" presId="urn:microsoft.com/office/officeart/2016/7/layout/VerticalDownArrowProcess"/>
    <dgm:cxn modelId="{6FB951FF-AE0E-499E-91BE-BC13972D077E}" type="presParOf" srcId="{AF85978A-E27D-41BA-B7FA-7F501AB33A07}" destId="{C6EB2436-DDDD-4154-8ECC-FA6E01A2E06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A75174-22BE-47AD-8009-850E20BB5D4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22C3CC-9DF0-47F6-8699-6427D7372702}">
      <dgm:prSet/>
      <dgm:spPr/>
      <dgm:t>
        <a:bodyPr/>
        <a:lstStyle/>
        <a:p>
          <a:r>
            <a:rPr lang="en-US"/>
            <a:t>• Customer – Places food orders</a:t>
          </a:r>
        </a:p>
      </dgm:t>
    </dgm:pt>
    <dgm:pt modelId="{984B51CB-F05E-4E60-9C47-AFB0EE1F5F8A}" type="parTrans" cxnId="{28A9239E-83C0-48FD-A223-69C1A4C3844E}">
      <dgm:prSet/>
      <dgm:spPr/>
      <dgm:t>
        <a:bodyPr/>
        <a:lstStyle/>
        <a:p>
          <a:endParaRPr lang="en-US"/>
        </a:p>
      </dgm:t>
    </dgm:pt>
    <dgm:pt modelId="{7CA7E4C7-1C97-4202-9BC8-AFCA86A4B144}" type="sibTrans" cxnId="{28A9239E-83C0-48FD-A223-69C1A4C3844E}">
      <dgm:prSet/>
      <dgm:spPr/>
      <dgm:t>
        <a:bodyPr/>
        <a:lstStyle/>
        <a:p>
          <a:endParaRPr lang="en-US"/>
        </a:p>
      </dgm:t>
    </dgm:pt>
    <dgm:pt modelId="{E1DEA95E-1BD0-4509-9222-411CBB749029}">
      <dgm:prSet/>
      <dgm:spPr/>
      <dgm:t>
        <a:bodyPr/>
        <a:lstStyle/>
        <a:p>
          <a:r>
            <a:rPr lang="en-US"/>
            <a:t>• Restaurant Owner – Manages menus and orders</a:t>
          </a:r>
        </a:p>
      </dgm:t>
    </dgm:pt>
    <dgm:pt modelId="{A7BAB017-657D-4B1A-B4CB-44969811860D}" type="parTrans" cxnId="{00F3082A-EBC7-4A65-9D9B-76391E70948B}">
      <dgm:prSet/>
      <dgm:spPr/>
      <dgm:t>
        <a:bodyPr/>
        <a:lstStyle/>
        <a:p>
          <a:endParaRPr lang="en-US"/>
        </a:p>
      </dgm:t>
    </dgm:pt>
    <dgm:pt modelId="{58549AC2-4F70-4067-BF14-848859853EDC}" type="sibTrans" cxnId="{00F3082A-EBC7-4A65-9D9B-76391E70948B}">
      <dgm:prSet/>
      <dgm:spPr/>
      <dgm:t>
        <a:bodyPr/>
        <a:lstStyle/>
        <a:p>
          <a:endParaRPr lang="en-US"/>
        </a:p>
      </dgm:t>
    </dgm:pt>
    <dgm:pt modelId="{8B7855EF-5616-41FD-89FE-3EE37D98C7B3}">
      <dgm:prSet/>
      <dgm:spPr/>
      <dgm:t>
        <a:bodyPr/>
        <a:lstStyle/>
        <a:p>
          <a:r>
            <a:rPr lang="en-US"/>
            <a:t>• Delivery Rider – Delivers food</a:t>
          </a:r>
        </a:p>
      </dgm:t>
    </dgm:pt>
    <dgm:pt modelId="{6DDBCC3C-A2E9-4620-A3DD-2BC21FEDE1A0}" type="parTrans" cxnId="{DC5762FF-4BF6-47FE-8BFA-3C2BD299021B}">
      <dgm:prSet/>
      <dgm:spPr/>
      <dgm:t>
        <a:bodyPr/>
        <a:lstStyle/>
        <a:p>
          <a:endParaRPr lang="en-US"/>
        </a:p>
      </dgm:t>
    </dgm:pt>
    <dgm:pt modelId="{1A19BC1F-4ABC-4C30-943B-22A8F047D5FB}" type="sibTrans" cxnId="{DC5762FF-4BF6-47FE-8BFA-3C2BD299021B}">
      <dgm:prSet/>
      <dgm:spPr/>
      <dgm:t>
        <a:bodyPr/>
        <a:lstStyle/>
        <a:p>
          <a:endParaRPr lang="en-US"/>
        </a:p>
      </dgm:t>
    </dgm:pt>
    <dgm:pt modelId="{F7111A31-1FEB-4DAF-8243-0D74C4E67A63}">
      <dgm:prSet/>
      <dgm:spPr/>
      <dgm:t>
        <a:bodyPr/>
        <a:lstStyle/>
        <a:p>
          <a:r>
            <a:rPr lang="en-US"/>
            <a:t>• System Administrator – Manages system</a:t>
          </a:r>
        </a:p>
      </dgm:t>
    </dgm:pt>
    <dgm:pt modelId="{50EADACE-ABD5-4CA5-B9F2-D757DAE91A83}" type="parTrans" cxnId="{CDC3FA97-244C-409F-8053-BFAD5E19F9ED}">
      <dgm:prSet/>
      <dgm:spPr/>
      <dgm:t>
        <a:bodyPr/>
        <a:lstStyle/>
        <a:p>
          <a:endParaRPr lang="en-US"/>
        </a:p>
      </dgm:t>
    </dgm:pt>
    <dgm:pt modelId="{3EE2EA65-E079-474F-B296-4125BCC24DE3}" type="sibTrans" cxnId="{CDC3FA97-244C-409F-8053-BFAD5E19F9ED}">
      <dgm:prSet/>
      <dgm:spPr/>
      <dgm:t>
        <a:bodyPr/>
        <a:lstStyle/>
        <a:p>
          <a:endParaRPr lang="en-US"/>
        </a:p>
      </dgm:t>
    </dgm:pt>
    <dgm:pt modelId="{010E01DD-AF7A-4EB6-B39A-62654131A527}">
      <dgm:prSet/>
      <dgm:spPr/>
      <dgm:t>
        <a:bodyPr/>
        <a:lstStyle/>
        <a:p>
          <a:r>
            <a:rPr lang="en-US"/>
            <a:t>• Payment Service Provider – Handles payments</a:t>
          </a:r>
        </a:p>
      </dgm:t>
    </dgm:pt>
    <dgm:pt modelId="{33B695DB-BB0D-4B44-984C-F6C8634D168F}" type="parTrans" cxnId="{57D380C3-C213-4C45-8A63-9E785DD745FF}">
      <dgm:prSet/>
      <dgm:spPr/>
      <dgm:t>
        <a:bodyPr/>
        <a:lstStyle/>
        <a:p>
          <a:endParaRPr lang="en-US"/>
        </a:p>
      </dgm:t>
    </dgm:pt>
    <dgm:pt modelId="{6E758E25-2FBA-45D4-BD30-6E39D1904D5E}" type="sibTrans" cxnId="{57D380C3-C213-4C45-8A63-9E785DD745FF}">
      <dgm:prSet/>
      <dgm:spPr/>
      <dgm:t>
        <a:bodyPr/>
        <a:lstStyle/>
        <a:p>
          <a:endParaRPr lang="en-US"/>
        </a:p>
      </dgm:t>
    </dgm:pt>
    <dgm:pt modelId="{BC69268C-7768-4896-8AC6-FAC9E868E811}" type="pres">
      <dgm:prSet presAssocID="{99A75174-22BE-47AD-8009-850E20BB5D41}" presName="linear" presStyleCnt="0">
        <dgm:presLayoutVars>
          <dgm:animLvl val="lvl"/>
          <dgm:resizeHandles val="exact"/>
        </dgm:presLayoutVars>
      </dgm:prSet>
      <dgm:spPr/>
    </dgm:pt>
    <dgm:pt modelId="{9FCC21A4-DF96-414C-BB46-313633A0DE3E}" type="pres">
      <dgm:prSet presAssocID="{BA22C3CC-9DF0-47F6-8699-6427D737270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B625F5-5E91-4528-9939-C8750A4AEFF2}" type="pres">
      <dgm:prSet presAssocID="{7CA7E4C7-1C97-4202-9BC8-AFCA86A4B144}" presName="spacer" presStyleCnt="0"/>
      <dgm:spPr/>
    </dgm:pt>
    <dgm:pt modelId="{8765E0CE-02F5-4914-955F-7A9967E40F39}" type="pres">
      <dgm:prSet presAssocID="{E1DEA95E-1BD0-4509-9222-411CBB74902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5144A7-7309-411C-BB81-3C65523A55F6}" type="pres">
      <dgm:prSet presAssocID="{58549AC2-4F70-4067-BF14-848859853EDC}" presName="spacer" presStyleCnt="0"/>
      <dgm:spPr/>
    </dgm:pt>
    <dgm:pt modelId="{B6128605-EC19-431C-9B20-97F483AEC77D}" type="pres">
      <dgm:prSet presAssocID="{8B7855EF-5616-41FD-89FE-3EE37D98C7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E0B265D-874E-4A21-92DA-4EF0A91C3180}" type="pres">
      <dgm:prSet presAssocID="{1A19BC1F-4ABC-4C30-943B-22A8F047D5FB}" presName="spacer" presStyleCnt="0"/>
      <dgm:spPr/>
    </dgm:pt>
    <dgm:pt modelId="{B7B6D49A-1B04-4D97-94F6-028FF93B4C2D}" type="pres">
      <dgm:prSet presAssocID="{F7111A31-1FEB-4DAF-8243-0D74C4E67A6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B79B59-8FE0-4B52-AC02-2BD9A986E9DE}" type="pres">
      <dgm:prSet presAssocID="{3EE2EA65-E079-474F-B296-4125BCC24DE3}" presName="spacer" presStyleCnt="0"/>
      <dgm:spPr/>
    </dgm:pt>
    <dgm:pt modelId="{C659E0A6-EEE5-4F67-99A8-5AB5B0FC0342}" type="pres">
      <dgm:prSet presAssocID="{010E01DD-AF7A-4EB6-B39A-62654131A52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7F9B601-571A-4133-A7FC-771606369ED5}" type="presOf" srcId="{010E01DD-AF7A-4EB6-B39A-62654131A527}" destId="{C659E0A6-EEE5-4F67-99A8-5AB5B0FC0342}" srcOrd="0" destOrd="0" presId="urn:microsoft.com/office/officeart/2005/8/layout/vList2"/>
    <dgm:cxn modelId="{00F3082A-EBC7-4A65-9D9B-76391E70948B}" srcId="{99A75174-22BE-47AD-8009-850E20BB5D41}" destId="{E1DEA95E-1BD0-4509-9222-411CBB749029}" srcOrd="1" destOrd="0" parTransId="{A7BAB017-657D-4B1A-B4CB-44969811860D}" sibTransId="{58549AC2-4F70-4067-BF14-848859853EDC}"/>
    <dgm:cxn modelId="{F5359C31-BB2F-4046-8FCB-DD3F3892979E}" type="presOf" srcId="{99A75174-22BE-47AD-8009-850E20BB5D41}" destId="{BC69268C-7768-4896-8AC6-FAC9E868E811}" srcOrd="0" destOrd="0" presId="urn:microsoft.com/office/officeart/2005/8/layout/vList2"/>
    <dgm:cxn modelId="{BAF08988-5B4E-4C6E-997F-882978A495CD}" type="presOf" srcId="{BA22C3CC-9DF0-47F6-8699-6427D7372702}" destId="{9FCC21A4-DF96-414C-BB46-313633A0DE3E}" srcOrd="0" destOrd="0" presId="urn:microsoft.com/office/officeart/2005/8/layout/vList2"/>
    <dgm:cxn modelId="{CDC3FA97-244C-409F-8053-BFAD5E19F9ED}" srcId="{99A75174-22BE-47AD-8009-850E20BB5D41}" destId="{F7111A31-1FEB-4DAF-8243-0D74C4E67A63}" srcOrd="3" destOrd="0" parTransId="{50EADACE-ABD5-4CA5-B9F2-D757DAE91A83}" sibTransId="{3EE2EA65-E079-474F-B296-4125BCC24DE3}"/>
    <dgm:cxn modelId="{85E8C99D-8774-430A-BA94-E905556F154B}" type="presOf" srcId="{F7111A31-1FEB-4DAF-8243-0D74C4E67A63}" destId="{B7B6D49A-1B04-4D97-94F6-028FF93B4C2D}" srcOrd="0" destOrd="0" presId="urn:microsoft.com/office/officeart/2005/8/layout/vList2"/>
    <dgm:cxn modelId="{28A9239E-83C0-48FD-A223-69C1A4C3844E}" srcId="{99A75174-22BE-47AD-8009-850E20BB5D41}" destId="{BA22C3CC-9DF0-47F6-8699-6427D7372702}" srcOrd="0" destOrd="0" parTransId="{984B51CB-F05E-4E60-9C47-AFB0EE1F5F8A}" sibTransId="{7CA7E4C7-1C97-4202-9BC8-AFCA86A4B144}"/>
    <dgm:cxn modelId="{BA6A5CAC-EAF5-4E6E-891A-27FE47B50E47}" type="presOf" srcId="{8B7855EF-5616-41FD-89FE-3EE37D98C7B3}" destId="{B6128605-EC19-431C-9B20-97F483AEC77D}" srcOrd="0" destOrd="0" presId="urn:microsoft.com/office/officeart/2005/8/layout/vList2"/>
    <dgm:cxn modelId="{57D380C3-C213-4C45-8A63-9E785DD745FF}" srcId="{99A75174-22BE-47AD-8009-850E20BB5D41}" destId="{010E01DD-AF7A-4EB6-B39A-62654131A527}" srcOrd="4" destOrd="0" parTransId="{33B695DB-BB0D-4B44-984C-F6C8634D168F}" sibTransId="{6E758E25-2FBA-45D4-BD30-6E39D1904D5E}"/>
    <dgm:cxn modelId="{14E3F9F4-DA3F-491A-8726-8FAB2D9ECB86}" type="presOf" srcId="{E1DEA95E-1BD0-4509-9222-411CBB749029}" destId="{8765E0CE-02F5-4914-955F-7A9967E40F39}" srcOrd="0" destOrd="0" presId="urn:microsoft.com/office/officeart/2005/8/layout/vList2"/>
    <dgm:cxn modelId="{DC5762FF-4BF6-47FE-8BFA-3C2BD299021B}" srcId="{99A75174-22BE-47AD-8009-850E20BB5D41}" destId="{8B7855EF-5616-41FD-89FE-3EE37D98C7B3}" srcOrd="2" destOrd="0" parTransId="{6DDBCC3C-A2E9-4620-A3DD-2BC21FEDE1A0}" sibTransId="{1A19BC1F-4ABC-4C30-943B-22A8F047D5FB}"/>
    <dgm:cxn modelId="{CA0623F3-C087-4A24-8146-AEB197215B04}" type="presParOf" srcId="{BC69268C-7768-4896-8AC6-FAC9E868E811}" destId="{9FCC21A4-DF96-414C-BB46-313633A0DE3E}" srcOrd="0" destOrd="0" presId="urn:microsoft.com/office/officeart/2005/8/layout/vList2"/>
    <dgm:cxn modelId="{E8FE7F51-B3EA-411E-8C8E-1286042CFE6F}" type="presParOf" srcId="{BC69268C-7768-4896-8AC6-FAC9E868E811}" destId="{4EB625F5-5E91-4528-9939-C8750A4AEFF2}" srcOrd="1" destOrd="0" presId="urn:microsoft.com/office/officeart/2005/8/layout/vList2"/>
    <dgm:cxn modelId="{10DFEE15-2611-4553-89AC-53FA04A47F5C}" type="presParOf" srcId="{BC69268C-7768-4896-8AC6-FAC9E868E811}" destId="{8765E0CE-02F5-4914-955F-7A9967E40F39}" srcOrd="2" destOrd="0" presId="urn:microsoft.com/office/officeart/2005/8/layout/vList2"/>
    <dgm:cxn modelId="{737B9A4D-3FA8-4509-A0EB-AD6FF64D23C9}" type="presParOf" srcId="{BC69268C-7768-4896-8AC6-FAC9E868E811}" destId="{725144A7-7309-411C-BB81-3C65523A55F6}" srcOrd="3" destOrd="0" presId="urn:microsoft.com/office/officeart/2005/8/layout/vList2"/>
    <dgm:cxn modelId="{5598CA1D-FB2E-4AB7-8BE6-909C1581D8D4}" type="presParOf" srcId="{BC69268C-7768-4896-8AC6-FAC9E868E811}" destId="{B6128605-EC19-431C-9B20-97F483AEC77D}" srcOrd="4" destOrd="0" presId="urn:microsoft.com/office/officeart/2005/8/layout/vList2"/>
    <dgm:cxn modelId="{F3C1472B-53FA-4657-BB55-1E708D8D50C9}" type="presParOf" srcId="{BC69268C-7768-4896-8AC6-FAC9E868E811}" destId="{7E0B265D-874E-4A21-92DA-4EF0A91C3180}" srcOrd="5" destOrd="0" presId="urn:microsoft.com/office/officeart/2005/8/layout/vList2"/>
    <dgm:cxn modelId="{EA36A344-7EDD-4741-B66C-5028F1BED148}" type="presParOf" srcId="{BC69268C-7768-4896-8AC6-FAC9E868E811}" destId="{B7B6D49A-1B04-4D97-94F6-028FF93B4C2D}" srcOrd="6" destOrd="0" presId="urn:microsoft.com/office/officeart/2005/8/layout/vList2"/>
    <dgm:cxn modelId="{68469805-ED5F-49EF-A0F3-AD567FB94038}" type="presParOf" srcId="{BC69268C-7768-4896-8AC6-FAC9E868E811}" destId="{59B79B59-8FE0-4B52-AC02-2BD9A986E9DE}" srcOrd="7" destOrd="0" presId="urn:microsoft.com/office/officeart/2005/8/layout/vList2"/>
    <dgm:cxn modelId="{D42A6B95-F0AE-4168-9529-3B9655C7AE63}" type="presParOf" srcId="{BC69268C-7768-4896-8AC6-FAC9E868E811}" destId="{C659E0A6-EEE5-4F67-99A8-5AB5B0FC034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75B1CC-0789-4281-B229-62D7829C87F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890040-1E6E-4D1A-A253-1F46CE21770B}">
      <dgm:prSet/>
      <dgm:spPr/>
      <dgm:t>
        <a:bodyPr/>
        <a:lstStyle/>
        <a:p>
          <a:r>
            <a:rPr lang="en-US"/>
            <a:t>- User Registration &amp; Login</a:t>
          </a:r>
        </a:p>
      </dgm:t>
    </dgm:pt>
    <dgm:pt modelId="{1ACAEB27-878D-42BF-9236-121A63464912}" type="parTrans" cxnId="{EF831FD1-55C4-4016-9E61-073F7DE9828D}">
      <dgm:prSet/>
      <dgm:spPr/>
      <dgm:t>
        <a:bodyPr/>
        <a:lstStyle/>
        <a:p>
          <a:endParaRPr lang="en-US"/>
        </a:p>
      </dgm:t>
    </dgm:pt>
    <dgm:pt modelId="{F93D64BF-65F8-4ACB-A524-4181A0BC73AE}" type="sibTrans" cxnId="{EF831FD1-55C4-4016-9E61-073F7DE9828D}">
      <dgm:prSet/>
      <dgm:spPr/>
      <dgm:t>
        <a:bodyPr/>
        <a:lstStyle/>
        <a:p>
          <a:endParaRPr lang="en-US"/>
        </a:p>
      </dgm:t>
    </dgm:pt>
    <dgm:pt modelId="{D798EC03-44AD-4287-A293-482152A62AEA}">
      <dgm:prSet/>
      <dgm:spPr/>
      <dgm:t>
        <a:bodyPr/>
        <a:lstStyle/>
        <a:p>
          <a:r>
            <a:rPr lang="en-US"/>
            <a:t>- Search Restaurants &amp; Food</a:t>
          </a:r>
        </a:p>
      </dgm:t>
    </dgm:pt>
    <dgm:pt modelId="{E2FC261B-44CA-4294-BBCE-5DA919E16AF2}" type="parTrans" cxnId="{E86E4530-531F-4CA0-B258-8E8C966A6B68}">
      <dgm:prSet/>
      <dgm:spPr/>
      <dgm:t>
        <a:bodyPr/>
        <a:lstStyle/>
        <a:p>
          <a:endParaRPr lang="en-US"/>
        </a:p>
      </dgm:t>
    </dgm:pt>
    <dgm:pt modelId="{991EBDC3-C45C-480B-AFF2-D63408EBC3E3}" type="sibTrans" cxnId="{E86E4530-531F-4CA0-B258-8E8C966A6B68}">
      <dgm:prSet/>
      <dgm:spPr/>
      <dgm:t>
        <a:bodyPr/>
        <a:lstStyle/>
        <a:p>
          <a:endParaRPr lang="en-US"/>
        </a:p>
      </dgm:t>
    </dgm:pt>
    <dgm:pt modelId="{3AEE5E71-D627-4E61-9FD7-18DE4518DFA8}">
      <dgm:prSet/>
      <dgm:spPr/>
      <dgm:t>
        <a:bodyPr/>
        <a:lstStyle/>
        <a:p>
          <a:r>
            <a:rPr lang="en-US"/>
            <a:t>- Add to Cart</a:t>
          </a:r>
        </a:p>
      </dgm:t>
    </dgm:pt>
    <dgm:pt modelId="{F9FC54CC-59F3-45F4-8A0A-3A384F42CA02}" type="parTrans" cxnId="{8B67CDCB-CD98-4F9F-A0BA-D01B6471562C}">
      <dgm:prSet/>
      <dgm:spPr/>
      <dgm:t>
        <a:bodyPr/>
        <a:lstStyle/>
        <a:p>
          <a:endParaRPr lang="en-US"/>
        </a:p>
      </dgm:t>
    </dgm:pt>
    <dgm:pt modelId="{7563B14E-27B2-4723-A914-4F411A83CC70}" type="sibTrans" cxnId="{8B67CDCB-CD98-4F9F-A0BA-D01B6471562C}">
      <dgm:prSet/>
      <dgm:spPr/>
      <dgm:t>
        <a:bodyPr/>
        <a:lstStyle/>
        <a:p>
          <a:endParaRPr lang="en-US"/>
        </a:p>
      </dgm:t>
    </dgm:pt>
    <dgm:pt modelId="{002E9B79-1580-465C-9C8A-7FD561169B7C}">
      <dgm:prSet/>
      <dgm:spPr/>
      <dgm:t>
        <a:bodyPr/>
        <a:lstStyle/>
        <a:p>
          <a:r>
            <a:rPr lang="en-US"/>
            <a:t>- Place Orders</a:t>
          </a:r>
        </a:p>
      </dgm:t>
    </dgm:pt>
    <dgm:pt modelId="{DC297E4B-2D89-4B66-A520-C69F4FD5A47B}" type="parTrans" cxnId="{1DFB92C8-F323-4D5B-906C-55CE88BA904C}">
      <dgm:prSet/>
      <dgm:spPr/>
      <dgm:t>
        <a:bodyPr/>
        <a:lstStyle/>
        <a:p>
          <a:endParaRPr lang="en-US"/>
        </a:p>
      </dgm:t>
    </dgm:pt>
    <dgm:pt modelId="{78E8E01C-9CC5-414D-AC98-38117A8BFDE5}" type="sibTrans" cxnId="{1DFB92C8-F323-4D5B-906C-55CE88BA904C}">
      <dgm:prSet/>
      <dgm:spPr/>
      <dgm:t>
        <a:bodyPr/>
        <a:lstStyle/>
        <a:p>
          <a:endParaRPr lang="en-US"/>
        </a:p>
      </dgm:t>
    </dgm:pt>
    <dgm:pt modelId="{EEEA4EBC-E96A-40BB-832C-0AB2B922C036}">
      <dgm:prSet/>
      <dgm:spPr/>
      <dgm:t>
        <a:bodyPr/>
        <a:lstStyle/>
        <a:p>
          <a:r>
            <a:rPr lang="en-US"/>
            <a:t>- Online Payment</a:t>
          </a:r>
        </a:p>
      </dgm:t>
    </dgm:pt>
    <dgm:pt modelId="{4BBAE173-0096-4D76-9FED-3882FDC3D9C2}" type="parTrans" cxnId="{34E7320C-FA5B-4284-955D-39A1C941BB62}">
      <dgm:prSet/>
      <dgm:spPr/>
      <dgm:t>
        <a:bodyPr/>
        <a:lstStyle/>
        <a:p>
          <a:endParaRPr lang="en-US"/>
        </a:p>
      </dgm:t>
    </dgm:pt>
    <dgm:pt modelId="{7FAF2723-3A84-41A5-A830-B6B24DE68CAA}" type="sibTrans" cxnId="{34E7320C-FA5B-4284-955D-39A1C941BB62}">
      <dgm:prSet/>
      <dgm:spPr/>
      <dgm:t>
        <a:bodyPr/>
        <a:lstStyle/>
        <a:p>
          <a:endParaRPr lang="en-US"/>
        </a:p>
      </dgm:t>
    </dgm:pt>
    <dgm:pt modelId="{AFAFE3D5-9C5A-45F2-8EA8-3C40409DDE89}">
      <dgm:prSet/>
      <dgm:spPr/>
      <dgm:t>
        <a:bodyPr/>
        <a:lstStyle/>
        <a:p>
          <a:r>
            <a:rPr lang="en-US"/>
            <a:t>- Cash on Delivery</a:t>
          </a:r>
        </a:p>
      </dgm:t>
    </dgm:pt>
    <dgm:pt modelId="{F8E86176-7E5B-4628-A557-9A41D72231AE}" type="parTrans" cxnId="{63E33F30-25B8-4968-810C-A430A171F0CE}">
      <dgm:prSet/>
      <dgm:spPr/>
      <dgm:t>
        <a:bodyPr/>
        <a:lstStyle/>
        <a:p>
          <a:endParaRPr lang="en-US"/>
        </a:p>
      </dgm:t>
    </dgm:pt>
    <dgm:pt modelId="{D18C7BC2-5650-4092-9A46-6E52B94EA9A3}" type="sibTrans" cxnId="{63E33F30-25B8-4968-810C-A430A171F0CE}">
      <dgm:prSet/>
      <dgm:spPr/>
      <dgm:t>
        <a:bodyPr/>
        <a:lstStyle/>
        <a:p>
          <a:endParaRPr lang="en-US"/>
        </a:p>
      </dgm:t>
    </dgm:pt>
    <dgm:pt modelId="{24716B20-1F76-4CB2-8205-D341FFA6EAAC}">
      <dgm:prSet/>
      <dgm:spPr/>
      <dgm:t>
        <a:bodyPr/>
        <a:lstStyle/>
        <a:p>
          <a:r>
            <a:rPr lang="en-US"/>
            <a:t>- Order Tracking</a:t>
          </a:r>
        </a:p>
      </dgm:t>
    </dgm:pt>
    <dgm:pt modelId="{B930430D-3EDB-415F-B6DD-272696BDC888}" type="parTrans" cxnId="{A8E30FFA-30BD-4E72-A242-611D8FD59AF0}">
      <dgm:prSet/>
      <dgm:spPr/>
      <dgm:t>
        <a:bodyPr/>
        <a:lstStyle/>
        <a:p>
          <a:endParaRPr lang="en-US"/>
        </a:p>
      </dgm:t>
    </dgm:pt>
    <dgm:pt modelId="{38431FE7-1679-4044-BEE6-EB9528A2B7B6}" type="sibTrans" cxnId="{A8E30FFA-30BD-4E72-A242-611D8FD59AF0}">
      <dgm:prSet/>
      <dgm:spPr/>
      <dgm:t>
        <a:bodyPr/>
        <a:lstStyle/>
        <a:p>
          <a:endParaRPr lang="en-US"/>
        </a:p>
      </dgm:t>
    </dgm:pt>
    <dgm:pt modelId="{7F16B8D6-B042-41DE-8FB3-2A71C86E1C01}">
      <dgm:prSet/>
      <dgm:spPr/>
      <dgm:t>
        <a:bodyPr/>
        <a:lstStyle/>
        <a:p>
          <a:r>
            <a:rPr lang="en-US"/>
            <a:t>- Ratings &amp; Reviews</a:t>
          </a:r>
        </a:p>
      </dgm:t>
    </dgm:pt>
    <dgm:pt modelId="{E3EDDFFE-1491-4C5A-8EC4-8B7A7A3211F7}" type="parTrans" cxnId="{01A4ACD3-EF9C-4ECB-AE5A-F9DC02FC2FA0}">
      <dgm:prSet/>
      <dgm:spPr/>
      <dgm:t>
        <a:bodyPr/>
        <a:lstStyle/>
        <a:p>
          <a:endParaRPr lang="en-US"/>
        </a:p>
      </dgm:t>
    </dgm:pt>
    <dgm:pt modelId="{3C7B921D-E718-4BC2-99B6-169FD59AF29E}" type="sibTrans" cxnId="{01A4ACD3-EF9C-4ECB-AE5A-F9DC02FC2FA0}">
      <dgm:prSet/>
      <dgm:spPr/>
      <dgm:t>
        <a:bodyPr/>
        <a:lstStyle/>
        <a:p>
          <a:endParaRPr lang="en-US"/>
        </a:p>
      </dgm:t>
    </dgm:pt>
    <dgm:pt modelId="{56E161BB-596C-458A-9706-D03C3BD7BBE3}">
      <dgm:prSet/>
      <dgm:spPr/>
      <dgm:t>
        <a:bodyPr/>
        <a:lstStyle/>
        <a:p>
          <a:r>
            <a:rPr lang="en-US"/>
            <a:t>- Admin Management</a:t>
          </a:r>
        </a:p>
      </dgm:t>
    </dgm:pt>
    <dgm:pt modelId="{D85CAC95-6526-4A88-979A-9A9FA2A7A0F6}" type="parTrans" cxnId="{884D2AF7-F93C-4851-9710-881ED0D1681C}">
      <dgm:prSet/>
      <dgm:spPr/>
      <dgm:t>
        <a:bodyPr/>
        <a:lstStyle/>
        <a:p>
          <a:endParaRPr lang="en-US"/>
        </a:p>
      </dgm:t>
    </dgm:pt>
    <dgm:pt modelId="{53C1A4F8-7D12-4B46-A625-7805DE69F3E7}" type="sibTrans" cxnId="{884D2AF7-F93C-4851-9710-881ED0D1681C}">
      <dgm:prSet/>
      <dgm:spPr/>
      <dgm:t>
        <a:bodyPr/>
        <a:lstStyle/>
        <a:p>
          <a:endParaRPr lang="en-US"/>
        </a:p>
      </dgm:t>
    </dgm:pt>
    <dgm:pt modelId="{DBF91207-40B4-42AD-8457-BE1BB5730F66}" type="pres">
      <dgm:prSet presAssocID="{4475B1CC-0789-4281-B229-62D7829C87F7}" presName="diagram" presStyleCnt="0">
        <dgm:presLayoutVars>
          <dgm:dir/>
          <dgm:resizeHandles val="exact"/>
        </dgm:presLayoutVars>
      </dgm:prSet>
      <dgm:spPr/>
    </dgm:pt>
    <dgm:pt modelId="{474897FB-9AB9-46FB-B767-1BFAFEE138A2}" type="pres">
      <dgm:prSet presAssocID="{E0890040-1E6E-4D1A-A253-1F46CE21770B}" presName="node" presStyleLbl="node1" presStyleIdx="0" presStyleCnt="9">
        <dgm:presLayoutVars>
          <dgm:bulletEnabled val="1"/>
        </dgm:presLayoutVars>
      </dgm:prSet>
      <dgm:spPr/>
    </dgm:pt>
    <dgm:pt modelId="{ED8E06AB-27D7-479E-9BDC-C3C2AEC7E9CA}" type="pres">
      <dgm:prSet presAssocID="{F93D64BF-65F8-4ACB-A524-4181A0BC73AE}" presName="sibTrans" presStyleCnt="0"/>
      <dgm:spPr/>
    </dgm:pt>
    <dgm:pt modelId="{4817CE8F-A752-48E1-89D6-C440008A2994}" type="pres">
      <dgm:prSet presAssocID="{D798EC03-44AD-4287-A293-482152A62AEA}" presName="node" presStyleLbl="node1" presStyleIdx="1" presStyleCnt="9">
        <dgm:presLayoutVars>
          <dgm:bulletEnabled val="1"/>
        </dgm:presLayoutVars>
      </dgm:prSet>
      <dgm:spPr/>
    </dgm:pt>
    <dgm:pt modelId="{382E907E-883F-49A9-9AFA-0A6A09859A69}" type="pres">
      <dgm:prSet presAssocID="{991EBDC3-C45C-480B-AFF2-D63408EBC3E3}" presName="sibTrans" presStyleCnt="0"/>
      <dgm:spPr/>
    </dgm:pt>
    <dgm:pt modelId="{2906B8B6-C726-4CD2-92AB-647FB014493E}" type="pres">
      <dgm:prSet presAssocID="{3AEE5E71-D627-4E61-9FD7-18DE4518DFA8}" presName="node" presStyleLbl="node1" presStyleIdx="2" presStyleCnt="9">
        <dgm:presLayoutVars>
          <dgm:bulletEnabled val="1"/>
        </dgm:presLayoutVars>
      </dgm:prSet>
      <dgm:spPr/>
    </dgm:pt>
    <dgm:pt modelId="{C14FCE55-B8F7-441F-96F2-701D69AF7BAF}" type="pres">
      <dgm:prSet presAssocID="{7563B14E-27B2-4723-A914-4F411A83CC70}" presName="sibTrans" presStyleCnt="0"/>
      <dgm:spPr/>
    </dgm:pt>
    <dgm:pt modelId="{3A0A25F4-C6EC-4EE7-9E04-FD7CE6FE2CF4}" type="pres">
      <dgm:prSet presAssocID="{002E9B79-1580-465C-9C8A-7FD561169B7C}" presName="node" presStyleLbl="node1" presStyleIdx="3" presStyleCnt="9">
        <dgm:presLayoutVars>
          <dgm:bulletEnabled val="1"/>
        </dgm:presLayoutVars>
      </dgm:prSet>
      <dgm:spPr/>
    </dgm:pt>
    <dgm:pt modelId="{3D6CF5E5-92A9-4F5A-A57E-9967A87149EA}" type="pres">
      <dgm:prSet presAssocID="{78E8E01C-9CC5-414D-AC98-38117A8BFDE5}" presName="sibTrans" presStyleCnt="0"/>
      <dgm:spPr/>
    </dgm:pt>
    <dgm:pt modelId="{4159063F-C0C6-4BCB-9151-C157BCD58CF1}" type="pres">
      <dgm:prSet presAssocID="{EEEA4EBC-E96A-40BB-832C-0AB2B922C036}" presName="node" presStyleLbl="node1" presStyleIdx="4" presStyleCnt="9">
        <dgm:presLayoutVars>
          <dgm:bulletEnabled val="1"/>
        </dgm:presLayoutVars>
      </dgm:prSet>
      <dgm:spPr/>
    </dgm:pt>
    <dgm:pt modelId="{DA5B74AC-641A-48BF-A4DB-1E38909DAD72}" type="pres">
      <dgm:prSet presAssocID="{7FAF2723-3A84-41A5-A830-B6B24DE68CAA}" presName="sibTrans" presStyleCnt="0"/>
      <dgm:spPr/>
    </dgm:pt>
    <dgm:pt modelId="{0E9A45EE-CA82-4B98-B243-799F719CED1A}" type="pres">
      <dgm:prSet presAssocID="{AFAFE3D5-9C5A-45F2-8EA8-3C40409DDE89}" presName="node" presStyleLbl="node1" presStyleIdx="5" presStyleCnt="9">
        <dgm:presLayoutVars>
          <dgm:bulletEnabled val="1"/>
        </dgm:presLayoutVars>
      </dgm:prSet>
      <dgm:spPr/>
    </dgm:pt>
    <dgm:pt modelId="{908F0236-8604-4DD5-9750-A6AB9A0DF6EE}" type="pres">
      <dgm:prSet presAssocID="{D18C7BC2-5650-4092-9A46-6E52B94EA9A3}" presName="sibTrans" presStyleCnt="0"/>
      <dgm:spPr/>
    </dgm:pt>
    <dgm:pt modelId="{2725826F-D610-4BC1-A140-81CDECE3BBB6}" type="pres">
      <dgm:prSet presAssocID="{24716B20-1F76-4CB2-8205-D341FFA6EAAC}" presName="node" presStyleLbl="node1" presStyleIdx="6" presStyleCnt="9">
        <dgm:presLayoutVars>
          <dgm:bulletEnabled val="1"/>
        </dgm:presLayoutVars>
      </dgm:prSet>
      <dgm:spPr/>
    </dgm:pt>
    <dgm:pt modelId="{43D5ACCE-F64A-4434-9C9E-FB4373B62559}" type="pres">
      <dgm:prSet presAssocID="{38431FE7-1679-4044-BEE6-EB9528A2B7B6}" presName="sibTrans" presStyleCnt="0"/>
      <dgm:spPr/>
    </dgm:pt>
    <dgm:pt modelId="{F277C38A-D0B0-4054-97FE-F1C788D603CE}" type="pres">
      <dgm:prSet presAssocID="{7F16B8D6-B042-41DE-8FB3-2A71C86E1C01}" presName="node" presStyleLbl="node1" presStyleIdx="7" presStyleCnt="9">
        <dgm:presLayoutVars>
          <dgm:bulletEnabled val="1"/>
        </dgm:presLayoutVars>
      </dgm:prSet>
      <dgm:spPr/>
    </dgm:pt>
    <dgm:pt modelId="{4D29D9E4-10E2-4C26-A9EF-F9336D34B88E}" type="pres">
      <dgm:prSet presAssocID="{3C7B921D-E718-4BC2-99B6-169FD59AF29E}" presName="sibTrans" presStyleCnt="0"/>
      <dgm:spPr/>
    </dgm:pt>
    <dgm:pt modelId="{D5A876E8-D99A-4858-91D6-59491B4CFD31}" type="pres">
      <dgm:prSet presAssocID="{56E161BB-596C-458A-9706-D03C3BD7BBE3}" presName="node" presStyleLbl="node1" presStyleIdx="8" presStyleCnt="9">
        <dgm:presLayoutVars>
          <dgm:bulletEnabled val="1"/>
        </dgm:presLayoutVars>
      </dgm:prSet>
      <dgm:spPr/>
    </dgm:pt>
  </dgm:ptLst>
  <dgm:cxnLst>
    <dgm:cxn modelId="{6EA45B05-D453-43A3-8494-10E6A56C46EB}" type="presOf" srcId="{D798EC03-44AD-4287-A293-482152A62AEA}" destId="{4817CE8F-A752-48E1-89D6-C440008A2994}" srcOrd="0" destOrd="0" presId="urn:microsoft.com/office/officeart/2005/8/layout/default"/>
    <dgm:cxn modelId="{34E7320C-FA5B-4284-955D-39A1C941BB62}" srcId="{4475B1CC-0789-4281-B229-62D7829C87F7}" destId="{EEEA4EBC-E96A-40BB-832C-0AB2B922C036}" srcOrd="4" destOrd="0" parTransId="{4BBAE173-0096-4D76-9FED-3882FDC3D9C2}" sibTransId="{7FAF2723-3A84-41A5-A830-B6B24DE68CAA}"/>
    <dgm:cxn modelId="{F024932F-F7B9-432C-A858-D73BA2AAAB9B}" type="presOf" srcId="{AFAFE3D5-9C5A-45F2-8EA8-3C40409DDE89}" destId="{0E9A45EE-CA82-4B98-B243-799F719CED1A}" srcOrd="0" destOrd="0" presId="urn:microsoft.com/office/officeart/2005/8/layout/default"/>
    <dgm:cxn modelId="{63E33F30-25B8-4968-810C-A430A171F0CE}" srcId="{4475B1CC-0789-4281-B229-62D7829C87F7}" destId="{AFAFE3D5-9C5A-45F2-8EA8-3C40409DDE89}" srcOrd="5" destOrd="0" parTransId="{F8E86176-7E5B-4628-A557-9A41D72231AE}" sibTransId="{D18C7BC2-5650-4092-9A46-6E52B94EA9A3}"/>
    <dgm:cxn modelId="{E86E4530-531F-4CA0-B258-8E8C966A6B68}" srcId="{4475B1CC-0789-4281-B229-62D7829C87F7}" destId="{D798EC03-44AD-4287-A293-482152A62AEA}" srcOrd="1" destOrd="0" parTransId="{E2FC261B-44CA-4294-BBCE-5DA919E16AF2}" sibTransId="{991EBDC3-C45C-480B-AFF2-D63408EBC3E3}"/>
    <dgm:cxn modelId="{82A9C035-7408-4280-AA15-0DB719226479}" type="presOf" srcId="{002E9B79-1580-465C-9C8A-7FD561169B7C}" destId="{3A0A25F4-C6EC-4EE7-9E04-FD7CE6FE2CF4}" srcOrd="0" destOrd="0" presId="urn:microsoft.com/office/officeart/2005/8/layout/default"/>
    <dgm:cxn modelId="{7D11703A-7A19-438A-97A7-ACC81E09737D}" type="presOf" srcId="{7F16B8D6-B042-41DE-8FB3-2A71C86E1C01}" destId="{F277C38A-D0B0-4054-97FE-F1C788D603CE}" srcOrd="0" destOrd="0" presId="urn:microsoft.com/office/officeart/2005/8/layout/default"/>
    <dgm:cxn modelId="{4EB7F45E-C93B-4959-9A66-B3E2D23E23B2}" type="presOf" srcId="{4475B1CC-0789-4281-B229-62D7829C87F7}" destId="{DBF91207-40B4-42AD-8457-BE1BB5730F66}" srcOrd="0" destOrd="0" presId="urn:microsoft.com/office/officeart/2005/8/layout/default"/>
    <dgm:cxn modelId="{1C99A942-1C21-4D55-A2D8-4F7901F11CB3}" type="presOf" srcId="{3AEE5E71-D627-4E61-9FD7-18DE4518DFA8}" destId="{2906B8B6-C726-4CD2-92AB-647FB014493E}" srcOrd="0" destOrd="0" presId="urn:microsoft.com/office/officeart/2005/8/layout/default"/>
    <dgm:cxn modelId="{4AA03059-76FD-4C25-A002-C8063F3265C9}" type="presOf" srcId="{56E161BB-596C-458A-9706-D03C3BD7BBE3}" destId="{D5A876E8-D99A-4858-91D6-59491B4CFD31}" srcOrd="0" destOrd="0" presId="urn:microsoft.com/office/officeart/2005/8/layout/default"/>
    <dgm:cxn modelId="{D0209684-CCA7-4FDC-B0C0-8D71F69677E4}" type="presOf" srcId="{E0890040-1E6E-4D1A-A253-1F46CE21770B}" destId="{474897FB-9AB9-46FB-B767-1BFAFEE138A2}" srcOrd="0" destOrd="0" presId="urn:microsoft.com/office/officeart/2005/8/layout/default"/>
    <dgm:cxn modelId="{7B0BCB92-18D6-4CF4-8A8A-9674C6BEE6BA}" type="presOf" srcId="{24716B20-1F76-4CB2-8205-D341FFA6EAAC}" destId="{2725826F-D610-4BC1-A140-81CDECE3BBB6}" srcOrd="0" destOrd="0" presId="urn:microsoft.com/office/officeart/2005/8/layout/default"/>
    <dgm:cxn modelId="{1DFB92C8-F323-4D5B-906C-55CE88BA904C}" srcId="{4475B1CC-0789-4281-B229-62D7829C87F7}" destId="{002E9B79-1580-465C-9C8A-7FD561169B7C}" srcOrd="3" destOrd="0" parTransId="{DC297E4B-2D89-4B66-A520-C69F4FD5A47B}" sibTransId="{78E8E01C-9CC5-414D-AC98-38117A8BFDE5}"/>
    <dgm:cxn modelId="{8B67CDCB-CD98-4F9F-A0BA-D01B6471562C}" srcId="{4475B1CC-0789-4281-B229-62D7829C87F7}" destId="{3AEE5E71-D627-4E61-9FD7-18DE4518DFA8}" srcOrd="2" destOrd="0" parTransId="{F9FC54CC-59F3-45F4-8A0A-3A384F42CA02}" sibTransId="{7563B14E-27B2-4723-A914-4F411A83CC70}"/>
    <dgm:cxn modelId="{EF831FD1-55C4-4016-9E61-073F7DE9828D}" srcId="{4475B1CC-0789-4281-B229-62D7829C87F7}" destId="{E0890040-1E6E-4D1A-A253-1F46CE21770B}" srcOrd="0" destOrd="0" parTransId="{1ACAEB27-878D-42BF-9236-121A63464912}" sibTransId="{F93D64BF-65F8-4ACB-A524-4181A0BC73AE}"/>
    <dgm:cxn modelId="{01A4ACD3-EF9C-4ECB-AE5A-F9DC02FC2FA0}" srcId="{4475B1CC-0789-4281-B229-62D7829C87F7}" destId="{7F16B8D6-B042-41DE-8FB3-2A71C86E1C01}" srcOrd="7" destOrd="0" parTransId="{E3EDDFFE-1491-4C5A-8EC4-8B7A7A3211F7}" sibTransId="{3C7B921D-E718-4BC2-99B6-169FD59AF29E}"/>
    <dgm:cxn modelId="{96F661DE-096E-42A5-9C1E-978C7B109FCD}" type="presOf" srcId="{EEEA4EBC-E96A-40BB-832C-0AB2B922C036}" destId="{4159063F-C0C6-4BCB-9151-C157BCD58CF1}" srcOrd="0" destOrd="0" presId="urn:microsoft.com/office/officeart/2005/8/layout/default"/>
    <dgm:cxn modelId="{884D2AF7-F93C-4851-9710-881ED0D1681C}" srcId="{4475B1CC-0789-4281-B229-62D7829C87F7}" destId="{56E161BB-596C-458A-9706-D03C3BD7BBE3}" srcOrd="8" destOrd="0" parTransId="{D85CAC95-6526-4A88-979A-9A9FA2A7A0F6}" sibTransId="{53C1A4F8-7D12-4B46-A625-7805DE69F3E7}"/>
    <dgm:cxn modelId="{A8E30FFA-30BD-4E72-A242-611D8FD59AF0}" srcId="{4475B1CC-0789-4281-B229-62D7829C87F7}" destId="{24716B20-1F76-4CB2-8205-D341FFA6EAAC}" srcOrd="6" destOrd="0" parTransId="{B930430D-3EDB-415F-B6DD-272696BDC888}" sibTransId="{38431FE7-1679-4044-BEE6-EB9528A2B7B6}"/>
    <dgm:cxn modelId="{167B7287-476E-4770-B915-FB4FAF2574D9}" type="presParOf" srcId="{DBF91207-40B4-42AD-8457-BE1BB5730F66}" destId="{474897FB-9AB9-46FB-B767-1BFAFEE138A2}" srcOrd="0" destOrd="0" presId="urn:microsoft.com/office/officeart/2005/8/layout/default"/>
    <dgm:cxn modelId="{99FBF5AE-18A8-4C03-A548-3A17E417E0D4}" type="presParOf" srcId="{DBF91207-40B4-42AD-8457-BE1BB5730F66}" destId="{ED8E06AB-27D7-479E-9BDC-C3C2AEC7E9CA}" srcOrd="1" destOrd="0" presId="urn:microsoft.com/office/officeart/2005/8/layout/default"/>
    <dgm:cxn modelId="{E45E68CF-C383-482C-BAB4-BBCCE662834C}" type="presParOf" srcId="{DBF91207-40B4-42AD-8457-BE1BB5730F66}" destId="{4817CE8F-A752-48E1-89D6-C440008A2994}" srcOrd="2" destOrd="0" presId="urn:microsoft.com/office/officeart/2005/8/layout/default"/>
    <dgm:cxn modelId="{B6A54D41-8B04-4852-ADC7-4046F50FF11C}" type="presParOf" srcId="{DBF91207-40B4-42AD-8457-BE1BB5730F66}" destId="{382E907E-883F-49A9-9AFA-0A6A09859A69}" srcOrd="3" destOrd="0" presId="urn:microsoft.com/office/officeart/2005/8/layout/default"/>
    <dgm:cxn modelId="{DD83804F-B3E6-42F1-BDE0-EAFEA7AB214D}" type="presParOf" srcId="{DBF91207-40B4-42AD-8457-BE1BB5730F66}" destId="{2906B8B6-C726-4CD2-92AB-647FB014493E}" srcOrd="4" destOrd="0" presId="urn:microsoft.com/office/officeart/2005/8/layout/default"/>
    <dgm:cxn modelId="{206DF8DD-35AB-4E5B-A096-38C74BACBCB1}" type="presParOf" srcId="{DBF91207-40B4-42AD-8457-BE1BB5730F66}" destId="{C14FCE55-B8F7-441F-96F2-701D69AF7BAF}" srcOrd="5" destOrd="0" presId="urn:microsoft.com/office/officeart/2005/8/layout/default"/>
    <dgm:cxn modelId="{45364A96-FE26-4446-9C8C-4EE7D5C2063B}" type="presParOf" srcId="{DBF91207-40B4-42AD-8457-BE1BB5730F66}" destId="{3A0A25F4-C6EC-4EE7-9E04-FD7CE6FE2CF4}" srcOrd="6" destOrd="0" presId="urn:microsoft.com/office/officeart/2005/8/layout/default"/>
    <dgm:cxn modelId="{5A10510C-1763-42AC-B986-6F06C2AE9FBC}" type="presParOf" srcId="{DBF91207-40B4-42AD-8457-BE1BB5730F66}" destId="{3D6CF5E5-92A9-4F5A-A57E-9967A87149EA}" srcOrd="7" destOrd="0" presId="urn:microsoft.com/office/officeart/2005/8/layout/default"/>
    <dgm:cxn modelId="{2C521F97-6AC4-4BAF-8FB6-EDB1D2B97265}" type="presParOf" srcId="{DBF91207-40B4-42AD-8457-BE1BB5730F66}" destId="{4159063F-C0C6-4BCB-9151-C157BCD58CF1}" srcOrd="8" destOrd="0" presId="urn:microsoft.com/office/officeart/2005/8/layout/default"/>
    <dgm:cxn modelId="{FE22933D-69CA-45B1-AB5E-0EB6FEAFCBF0}" type="presParOf" srcId="{DBF91207-40B4-42AD-8457-BE1BB5730F66}" destId="{DA5B74AC-641A-48BF-A4DB-1E38909DAD72}" srcOrd="9" destOrd="0" presId="urn:microsoft.com/office/officeart/2005/8/layout/default"/>
    <dgm:cxn modelId="{AD070C39-F3B8-46C1-A19F-6B6A58B1C8DB}" type="presParOf" srcId="{DBF91207-40B4-42AD-8457-BE1BB5730F66}" destId="{0E9A45EE-CA82-4B98-B243-799F719CED1A}" srcOrd="10" destOrd="0" presId="urn:microsoft.com/office/officeart/2005/8/layout/default"/>
    <dgm:cxn modelId="{66CFE4C2-FB6D-43D3-8117-A2581B5A2EEB}" type="presParOf" srcId="{DBF91207-40B4-42AD-8457-BE1BB5730F66}" destId="{908F0236-8604-4DD5-9750-A6AB9A0DF6EE}" srcOrd="11" destOrd="0" presId="urn:microsoft.com/office/officeart/2005/8/layout/default"/>
    <dgm:cxn modelId="{67138F79-4BBE-419C-B48F-16F693A44A0C}" type="presParOf" srcId="{DBF91207-40B4-42AD-8457-BE1BB5730F66}" destId="{2725826F-D610-4BC1-A140-81CDECE3BBB6}" srcOrd="12" destOrd="0" presId="urn:microsoft.com/office/officeart/2005/8/layout/default"/>
    <dgm:cxn modelId="{04F14BF7-6F46-4BCF-84CF-8C0F778F0F06}" type="presParOf" srcId="{DBF91207-40B4-42AD-8457-BE1BB5730F66}" destId="{43D5ACCE-F64A-4434-9C9E-FB4373B62559}" srcOrd="13" destOrd="0" presId="urn:microsoft.com/office/officeart/2005/8/layout/default"/>
    <dgm:cxn modelId="{2297DCDE-3772-40CF-BA52-A1F7F1DA732A}" type="presParOf" srcId="{DBF91207-40B4-42AD-8457-BE1BB5730F66}" destId="{F277C38A-D0B0-4054-97FE-F1C788D603CE}" srcOrd="14" destOrd="0" presId="urn:microsoft.com/office/officeart/2005/8/layout/default"/>
    <dgm:cxn modelId="{D309C45D-5503-4A09-A15B-C0F9FE4C99B2}" type="presParOf" srcId="{DBF91207-40B4-42AD-8457-BE1BB5730F66}" destId="{4D29D9E4-10E2-4C26-A9EF-F9336D34B88E}" srcOrd="15" destOrd="0" presId="urn:microsoft.com/office/officeart/2005/8/layout/default"/>
    <dgm:cxn modelId="{C7765309-EA01-4E6D-B555-70D60104C67C}" type="presParOf" srcId="{DBF91207-40B4-42AD-8457-BE1BB5730F66}" destId="{D5A876E8-D99A-4858-91D6-59491B4CFD3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E90305-1E23-4DF0-99E5-7913525F6FD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24B155-C3B4-4F35-88BF-0A688597D257}">
      <dgm:prSet/>
      <dgm:spPr/>
      <dgm:t>
        <a:bodyPr/>
        <a:lstStyle/>
        <a:p>
          <a:pPr>
            <a:defRPr cap="all"/>
          </a:pPr>
          <a:r>
            <a:rPr lang="en-US"/>
            <a:t>- Fast system response</a:t>
          </a:r>
        </a:p>
      </dgm:t>
    </dgm:pt>
    <dgm:pt modelId="{957A4128-53C1-4E5E-94F3-E17FD1024F81}" type="parTrans" cxnId="{312D5F28-7BD7-4793-AB47-E3CEED4D51CF}">
      <dgm:prSet/>
      <dgm:spPr/>
      <dgm:t>
        <a:bodyPr/>
        <a:lstStyle/>
        <a:p>
          <a:endParaRPr lang="en-US"/>
        </a:p>
      </dgm:t>
    </dgm:pt>
    <dgm:pt modelId="{F7F3B927-AF7D-4F8F-8F44-F7C5489ED9B6}" type="sibTrans" cxnId="{312D5F28-7BD7-4793-AB47-E3CEED4D51CF}">
      <dgm:prSet/>
      <dgm:spPr/>
      <dgm:t>
        <a:bodyPr/>
        <a:lstStyle/>
        <a:p>
          <a:endParaRPr lang="en-US"/>
        </a:p>
      </dgm:t>
    </dgm:pt>
    <dgm:pt modelId="{FD2E7726-0111-4E3E-BDB2-A17E39E85E88}">
      <dgm:prSet/>
      <dgm:spPr/>
      <dgm:t>
        <a:bodyPr/>
        <a:lstStyle/>
        <a:p>
          <a:pPr>
            <a:defRPr cap="all"/>
          </a:pPr>
          <a:r>
            <a:rPr lang="en-US"/>
            <a:t>- Secure password encryption</a:t>
          </a:r>
        </a:p>
      </dgm:t>
    </dgm:pt>
    <dgm:pt modelId="{D3DAE87B-642B-4E35-B435-63ABB8DBDA2A}" type="parTrans" cxnId="{A3ABDDD1-5AB2-4EAE-A867-9EBBB710EBAC}">
      <dgm:prSet/>
      <dgm:spPr/>
      <dgm:t>
        <a:bodyPr/>
        <a:lstStyle/>
        <a:p>
          <a:endParaRPr lang="en-US"/>
        </a:p>
      </dgm:t>
    </dgm:pt>
    <dgm:pt modelId="{5962132D-56F3-4E48-BD7F-BF74FA2FD700}" type="sibTrans" cxnId="{A3ABDDD1-5AB2-4EAE-A867-9EBBB710EBAC}">
      <dgm:prSet/>
      <dgm:spPr/>
      <dgm:t>
        <a:bodyPr/>
        <a:lstStyle/>
        <a:p>
          <a:endParaRPr lang="en-US"/>
        </a:p>
      </dgm:t>
    </dgm:pt>
    <dgm:pt modelId="{65E6E103-46A7-460D-95E7-5BE4525E137A}">
      <dgm:prSet/>
      <dgm:spPr/>
      <dgm:t>
        <a:bodyPr/>
        <a:lstStyle/>
        <a:p>
          <a:pPr>
            <a:defRPr cap="all"/>
          </a:pPr>
          <a:r>
            <a:rPr lang="en-US"/>
            <a:t>- User-friendly interface</a:t>
          </a:r>
        </a:p>
      </dgm:t>
    </dgm:pt>
    <dgm:pt modelId="{98D583BA-6556-4FED-B6AE-BFB30C6CFA99}" type="parTrans" cxnId="{45EA3D43-4C3D-4810-B382-161950CBDA54}">
      <dgm:prSet/>
      <dgm:spPr/>
      <dgm:t>
        <a:bodyPr/>
        <a:lstStyle/>
        <a:p>
          <a:endParaRPr lang="en-US"/>
        </a:p>
      </dgm:t>
    </dgm:pt>
    <dgm:pt modelId="{3DE7824E-1482-4178-BB98-4EC42D5C29F4}" type="sibTrans" cxnId="{45EA3D43-4C3D-4810-B382-161950CBDA54}">
      <dgm:prSet/>
      <dgm:spPr/>
      <dgm:t>
        <a:bodyPr/>
        <a:lstStyle/>
        <a:p>
          <a:endParaRPr lang="en-US"/>
        </a:p>
      </dgm:t>
    </dgm:pt>
    <dgm:pt modelId="{E52BFA22-5B3B-4328-80F9-B64043B0CB1A}">
      <dgm:prSet/>
      <dgm:spPr/>
      <dgm:t>
        <a:bodyPr/>
        <a:lstStyle/>
        <a:p>
          <a:pPr>
            <a:defRPr cap="all"/>
          </a:pPr>
          <a:r>
            <a:rPr lang="en-US"/>
            <a:t>- 24/7 availability</a:t>
          </a:r>
        </a:p>
      </dgm:t>
    </dgm:pt>
    <dgm:pt modelId="{EA49F54B-42F8-4B6A-83D9-6152B92D91AA}" type="parTrans" cxnId="{9C9FA112-4F92-4C1C-BFBA-D8D4120AD977}">
      <dgm:prSet/>
      <dgm:spPr/>
      <dgm:t>
        <a:bodyPr/>
        <a:lstStyle/>
        <a:p>
          <a:endParaRPr lang="en-US"/>
        </a:p>
      </dgm:t>
    </dgm:pt>
    <dgm:pt modelId="{10EE4ED2-E202-481C-AC76-DAF7BC141B2A}" type="sibTrans" cxnId="{9C9FA112-4F92-4C1C-BFBA-D8D4120AD977}">
      <dgm:prSet/>
      <dgm:spPr/>
      <dgm:t>
        <a:bodyPr/>
        <a:lstStyle/>
        <a:p>
          <a:endParaRPr lang="en-US"/>
        </a:p>
      </dgm:t>
    </dgm:pt>
    <dgm:pt modelId="{D91B4F62-71EE-4622-9CEA-53757A70007F}">
      <dgm:prSet/>
      <dgm:spPr/>
      <dgm:t>
        <a:bodyPr/>
        <a:lstStyle/>
        <a:p>
          <a:pPr>
            <a:defRPr cap="all"/>
          </a:pPr>
          <a:r>
            <a:rPr lang="en-US"/>
            <a:t>- Reliable data storage</a:t>
          </a:r>
        </a:p>
      </dgm:t>
    </dgm:pt>
    <dgm:pt modelId="{324E39F6-E866-41AC-B99E-CAA4F631ACE5}" type="parTrans" cxnId="{1AD34E49-CB7A-4DAC-9F46-1CA713DF9138}">
      <dgm:prSet/>
      <dgm:spPr/>
      <dgm:t>
        <a:bodyPr/>
        <a:lstStyle/>
        <a:p>
          <a:endParaRPr lang="en-US"/>
        </a:p>
      </dgm:t>
    </dgm:pt>
    <dgm:pt modelId="{39762CE9-BE2B-43DA-8554-90CB1A18060D}" type="sibTrans" cxnId="{1AD34E49-CB7A-4DAC-9F46-1CA713DF9138}">
      <dgm:prSet/>
      <dgm:spPr/>
      <dgm:t>
        <a:bodyPr/>
        <a:lstStyle/>
        <a:p>
          <a:endParaRPr lang="en-US"/>
        </a:p>
      </dgm:t>
    </dgm:pt>
    <dgm:pt modelId="{DC73CB66-07CE-41D3-B293-28A1E210DA00}">
      <dgm:prSet/>
      <dgm:spPr/>
      <dgm:t>
        <a:bodyPr/>
        <a:lstStyle/>
        <a:p>
          <a:pPr>
            <a:defRPr cap="all"/>
          </a:pPr>
          <a:r>
            <a:rPr lang="en-US"/>
            <a:t>- Mobile &amp; web compatibility</a:t>
          </a:r>
        </a:p>
      </dgm:t>
    </dgm:pt>
    <dgm:pt modelId="{F2996417-1FBA-4E5F-AB49-9C294637A8C9}" type="parTrans" cxnId="{B1631610-FD29-4E79-8A68-7A522CD94AB5}">
      <dgm:prSet/>
      <dgm:spPr/>
      <dgm:t>
        <a:bodyPr/>
        <a:lstStyle/>
        <a:p>
          <a:endParaRPr lang="en-US"/>
        </a:p>
      </dgm:t>
    </dgm:pt>
    <dgm:pt modelId="{1B6F9812-7164-4FCD-A5F3-52E100240D91}" type="sibTrans" cxnId="{B1631610-FD29-4E79-8A68-7A522CD94AB5}">
      <dgm:prSet/>
      <dgm:spPr/>
      <dgm:t>
        <a:bodyPr/>
        <a:lstStyle/>
        <a:p>
          <a:endParaRPr lang="en-US"/>
        </a:p>
      </dgm:t>
    </dgm:pt>
    <dgm:pt modelId="{45AC031D-FE57-4469-9F70-10DE6B52BBDD}">
      <dgm:prSet/>
      <dgm:spPr/>
      <dgm:t>
        <a:bodyPr/>
        <a:lstStyle/>
        <a:p>
          <a:pPr>
            <a:defRPr cap="all"/>
          </a:pPr>
          <a:r>
            <a:rPr lang="en-US"/>
            <a:t>- Scalability and maintainability</a:t>
          </a:r>
        </a:p>
      </dgm:t>
    </dgm:pt>
    <dgm:pt modelId="{29E69213-3765-43F2-870A-383EF56F9D8D}" type="parTrans" cxnId="{87F0FCBC-ABB6-4A94-87E8-E2754241CDF3}">
      <dgm:prSet/>
      <dgm:spPr/>
      <dgm:t>
        <a:bodyPr/>
        <a:lstStyle/>
        <a:p>
          <a:endParaRPr lang="en-US"/>
        </a:p>
      </dgm:t>
    </dgm:pt>
    <dgm:pt modelId="{8CA4E5F8-DA7C-4A3F-80F3-AAE1F87C9016}" type="sibTrans" cxnId="{87F0FCBC-ABB6-4A94-87E8-E2754241CDF3}">
      <dgm:prSet/>
      <dgm:spPr/>
      <dgm:t>
        <a:bodyPr/>
        <a:lstStyle/>
        <a:p>
          <a:endParaRPr lang="en-US"/>
        </a:p>
      </dgm:t>
    </dgm:pt>
    <dgm:pt modelId="{3200971B-515A-45D5-A029-A5B66D926AC4}" type="pres">
      <dgm:prSet presAssocID="{2FE90305-1E23-4DF0-99E5-7913525F6FD1}" presName="root" presStyleCnt="0">
        <dgm:presLayoutVars>
          <dgm:dir/>
          <dgm:resizeHandles val="exact"/>
        </dgm:presLayoutVars>
      </dgm:prSet>
      <dgm:spPr/>
    </dgm:pt>
    <dgm:pt modelId="{2270257E-85F8-495E-856F-1BE0FCFDE2DD}" type="pres">
      <dgm:prSet presAssocID="{6E24B155-C3B4-4F35-88BF-0A688597D257}" presName="compNode" presStyleCnt="0"/>
      <dgm:spPr/>
    </dgm:pt>
    <dgm:pt modelId="{CB8B97E4-4EC4-4BE1-8DAC-1BF4C8207353}" type="pres">
      <dgm:prSet presAssocID="{6E24B155-C3B4-4F35-88BF-0A688597D257}" presName="iconBgRect" presStyleLbl="bgShp" presStyleIdx="0" presStyleCnt="7"/>
      <dgm:spPr/>
    </dgm:pt>
    <dgm:pt modelId="{5082D292-F754-41E1-B8D7-7F033646D906}" type="pres">
      <dgm:prSet presAssocID="{6E24B155-C3B4-4F35-88BF-0A688597D257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07EC7C4-5A89-4B04-926B-39B40887A5E8}" type="pres">
      <dgm:prSet presAssocID="{6E24B155-C3B4-4F35-88BF-0A688597D257}" presName="spaceRect" presStyleCnt="0"/>
      <dgm:spPr/>
    </dgm:pt>
    <dgm:pt modelId="{69B8E13A-35A0-4895-B13F-89F4C4783A91}" type="pres">
      <dgm:prSet presAssocID="{6E24B155-C3B4-4F35-88BF-0A688597D257}" presName="textRect" presStyleLbl="revTx" presStyleIdx="0" presStyleCnt="7">
        <dgm:presLayoutVars>
          <dgm:chMax val="1"/>
          <dgm:chPref val="1"/>
        </dgm:presLayoutVars>
      </dgm:prSet>
      <dgm:spPr/>
    </dgm:pt>
    <dgm:pt modelId="{F6E01654-02C5-4311-9D87-E3DBC20BED80}" type="pres">
      <dgm:prSet presAssocID="{F7F3B927-AF7D-4F8F-8F44-F7C5489ED9B6}" presName="sibTrans" presStyleCnt="0"/>
      <dgm:spPr/>
    </dgm:pt>
    <dgm:pt modelId="{5EF2BEE0-D1CB-4C0A-B908-EA74E934D6CD}" type="pres">
      <dgm:prSet presAssocID="{FD2E7726-0111-4E3E-BDB2-A17E39E85E88}" presName="compNode" presStyleCnt="0"/>
      <dgm:spPr/>
    </dgm:pt>
    <dgm:pt modelId="{4D80775D-C55C-4CB7-9594-B640A14E0A39}" type="pres">
      <dgm:prSet presAssocID="{FD2E7726-0111-4E3E-BDB2-A17E39E85E88}" presName="iconBgRect" presStyleLbl="bgShp" presStyleIdx="1" presStyleCnt="7"/>
      <dgm:spPr/>
    </dgm:pt>
    <dgm:pt modelId="{C3DB2AE3-2311-4AAE-9486-E272D19A669D}" type="pres">
      <dgm:prSet presAssocID="{FD2E7726-0111-4E3E-BDB2-A17E39E85E88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1A54292-2687-4F2D-9888-0D7F8663000C}" type="pres">
      <dgm:prSet presAssocID="{FD2E7726-0111-4E3E-BDB2-A17E39E85E88}" presName="spaceRect" presStyleCnt="0"/>
      <dgm:spPr/>
    </dgm:pt>
    <dgm:pt modelId="{FA40E09B-D5C6-4F74-989C-138E2FDCA28C}" type="pres">
      <dgm:prSet presAssocID="{FD2E7726-0111-4E3E-BDB2-A17E39E85E88}" presName="textRect" presStyleLbl="revTx" presStyleIdx="1" presStyleCnt="7">
        <dgm:presLayoutVars>
          <dgm:chMax val="1"/>
          <dgm:chPref val="1"/>
        </dgm:presLayoutVars>
      </dgm:prSet>
      <dgm:spPr/>
    </dgm:pt>
    <dgm:pt modelId="{0BFA7400-319E-483E-892A-3EEF23178A51}" type="pres">
      <dgm:prSet presAssocID="{5962132D-56F3-4E48-BD7F-BF74FA2FD700}" presName="sibTrans" presStyleCnt="0"/>
      <dgm:spPr/>
    </dgm:pt>
    <dgm:pt modelId="{635F318F-4390-4384-B188-92158EC5D51A}" type="pres">
      <dgm:prSet presAssocID="{65E6E103-46A7-460D-95E7-5BE4525E137A}" presName="compNode" presStyleCnt="0"/>
      <dgm:spPr/>
    </dgm:pt>
    <dgm:pt modelId="{68FC2AE7-DF03-4478-9620-02D24AB79301}" type="pres">
      <dgm:prSet presAssocID="{65E6E103-46A7-460D-95E7-5BE4525E137A}" presName="iconBgRect" presStyleLbl="bgShp" presStyleIdx="2" presStyleCnt="7"/>
      <dgm:spPr/>
    </dgm:pt>
    <dgm:pt modelId="{FEF569AD-9B72-4198-A283-9CF4BE895D72}" type="pres">
      <dgm:prSet presAssocID="{65E6E103-46A7-460D-95E7-5BE4525E137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A129184-A0A2-4C6D-82B1-A4848EF6481B}" type="pres">
      <dgm:prSet presAssocID="{65E6E103-46A7-460D-95E7-5BE4525E137A}" presName="spaceRect" presStyleCnt="0"/>
      <dgm:spPr/>
    </dgm:pt>
    <dgm:pt modelId="{AA854D2D-1B67-4620-9062-5BA0E4DA2535}" type="pres">
      <dgm:prSet presAssocID="{65E6E103-46A7-460D-95E7-5BE4525E137A}" presName="textRect" presStyleLbl="revTx" presStyleIdx="2" presStyleCnt="7">
        <dgm:presLayoutVars>
          <dgm:chMax val="1"/>
          <dgm:chPref val="1"/>
        </dgm:presLayoutVars>
      </dgm:prSet>
      <dgm:spPr/>
    </dgm:pt>
    <dgm:pt modelId="{CBADB82D-401A-4C0B-912A-C37129D02A4E}" type="pres">
      <dgm:prSet presAssocID="{3DE7824E-1482-4178-BB98-4EC42D5C29F4}" presName="sibTrans" presStyleCnt="0"/>
      <dgm:spPr/>
    </dgm:pt>
    <dgm:pt modelId="{CAB764DA-C922-4C6A-9B9B-F16ACBF7E4E6}" type="pres">
      <dgm:prSet presAssocID="{E52BFA22-5B3B-4328-80F9-B64043B0CB1A}" presName="compNode" presStyleCnt="0"/>
      <dgm:spPr/>
    </dgm:pt>
    <dgm:pt modelId="{E012644A-BB94-4043-9A32-8B1ED2F23466}" type="pres">
      <dgm:prSet presAssocID="{E52BFA22-5B3B-4328-80F9-B64043B0CB1A}" presName="iconBgRect" presStyleLbl="bgShp" presStyleIdx="3" presStyleCnt="7"/>
      <dgm:spPr/>
    </dgm:pt>
    <dgm:pt modelId="{AD25749C-13C4-4509-82D6-E02A28F19B7B}" type="pres">
      <dgm:prSet presAssocID="{E52BFA22-5B3B-4328-80F9-B64043B0CB1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AC0B954-ABBA-4F4C-8AEC-356B3442A733}" type="pres">
      <dgm:prSet presAssocID="{E52BFA22-5B3B-4328-80F9-B64043B0CB1A}" presName="spaceRect" presStyleCnt="0"/>
      <dgm:spPr/>
    </dgm:pt>
    <dgm:pt modelId="{ECA62A51-D805-40FD-979F-747B12A682A0}" type="pres">
      <dgm:prSet presAssocID="{E52BFA22-5B3B-4328-80F9-B64043B0CB1A}" presName="textRect" presStyleLbl="revTx" presStyleIdx="3" presStyleCnt="7">
        <dgm:presLayoutVars>
          <dgm:chMax val="1"/>
          <dgm:chPref val="1"/>
        </dgm:presLayoutVars>
      </dgm:prSet>
      <dgm:spPr/>
    </dgm:pt>
    <dgm:pt modelId="{8947AED8-025A-498F-95F5-C5A0C1189115}" type="pres">
      <dgm:prSet presAssocID="{10EE4ED2-E202-481C-AC76-DAF7BC141B2A}" presName="sibTrans" presStyleCnt="0"/>
      <dgm:spPr/>
    </dgm:pt>
    <dgm:pt modelId="{47B33AAD-C657-48DE-8999-F83106B7118D}" type="pres">
      <dgm:prSet presAssocID="{D91B4F62-71EE-4622-9CEA-53757A70007F}" presName="compNode" presStyleCnt="0"/>
      <dgm:spPr/>
    </dgm:pt>
    <dgm:pt modelId="{1B51C5C1-9EA6-431D-98A5-F49F74291577}" type="pres">
      <dgm:prSet presAssocID="{D91B4F62-71EE-4622-9CEA-53757A70007F}" presName="iconBgRect" presStyleLbl="bgShp" presStyleIdx="4" presStyleCnt="7"/>
      <dgm:spPr/>
    </dgm:pt>
    <dgm:pt modelId="{CC5A314D-074B-4ECE-8451-001124B57668}" type="pres">
      <dgm:prSet presAssocID="{D91B4F62-71EE-4622-9CEA-53757A70007F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96B00A7-9C6D-474E-B669-23A986A33E59}" type="pres">
      <dgm:prSet presAssocID="{D91B4F62-71EE-4622-9CEA-53757A70007F}" presName="spaceRect" presStyleCnt="0"/>
      <dgm:spPr/>
    </dgm:pt>
    <dgm:pt modelId="{EE45871A-D52B-4588-90D0-1699E3AEB81B}" type="pres">
      <dgm:prSet presAssocID="{D91B4F62-71EE-4622-9CEA-53757A70007F}" presName="textRect" presStyleLbl="revTx" presStyleIdx="4" presStyleCnt="7">
        <dgm:presLayoutVars>
          <dgm:chMax val="1"/>
          <dgm:chPref val="1"/>
        </dgm:presLayoutVars>
      </dgm:prSet>
      <dgm:spPr/>
    </dgm:pt>
    <dgm:pt modelId="{2DF23216-41EA-4126-922D-180A6BBB769F}" type="pres">
      <dgm:prSet presAssocID="{39762CE9-BE2B-43DA-8554-90CB1A18060D}" presName="sibTrans" presStyleCnt="0"/>
      <dgm:spPr/>
    </dgm:pt>
    <dgm:pt modelId="{F8B06087-F9D1-4027-A1A6-0859CE877A6F}" type="pres">
      <dgm:prSet presAssocID="{DC73CB66-07CE-41D3-B293-28A1E210DA00}" presName="compNode" presStyleCnt="0"/>
      <dgm:spPr/>
    </dgm:pt>
    <dgm:pt modelId="{93E93BB3-F883-4D46-BFAD-531873D250E6}" type="pres">
      <dgm:prSet presAssocID="{DC73CB66-07CE-41D3-B293-28A1E210DA00}" presName="iconBgRect" presStyleLbl="bgShp" presStyleIdx="5" presStyleCnt="7"/>
      <dgm:spPr/>
    </dgm:pt>
    <dgm:pt modelId="{B38048E2-3CB3-4F9F-AAC1-3C0CEDE4077A}" type="pres">
      <dgm:prSet presAssocID="{DC73CB66-07CE-41D3-B293-28A1E210DA00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E2C85C5D-DFD0-47E8-894A-7CB93ED4AE98}" type="pres">
      <dgm:prSet presAssocID="{DC73CB66-07CE-41D3-B293-28A1E210DA00}" presName="spaceRect" presStyleCnt="0"/>
      <dgm:spPr/>
    </dgm:pt>
    <dgm:pt modelId="{7B61424A-4A13-4FD7-AC30-37A2282BE68E}" type="pres">
      <dgm:prSet presAssocID="{DC73CB66-07CE-41D3-B293-28A1E210DA00}" presName="textRect" presStyleLbl="revTx" presStyleIdx="5" presStyleCnt="7">
        <dgm:presLayoutVars>
          <dgm:chMax val="1"/>
          <dgm:chPref val="1"/>
        </dgm:presLayoutVars>
      </dgm:prSet>
      <dgm:spPr/>
    </dgm:pt>
    <dgm:pt modelId="{93A0019F-13B5-43A8-89B2-262A788BC00D}" type="pres">
      <dgm:prSet presAssocID="{1B6F9812-7164-4FCD-A5F3-52E100240D91}" presName="sibTrans" presStyleCnt="0"/>
      <dgm:spPr/>
    </dgm:pt>
    <dgm:pt modelId="{9FD63B0A-DB8E-4E41-B534-3E9D0FCFD5CF}" type="pres">
      <dgm:prSet presAssocID="{45AC031D-FE57-4469-9F70-10DE6B52BBDD}" presName="compNode" presStyleCnt="0"/>
      <dgm:spPr/>
    </dgm:pt>
    <dgm:pt modelId="{2C603E63-1221-4B6B-938A-DBBDF8C2D898}" type="pres">
      <dgm:prSet presAssocID="{45AC031D-FE57-4469-9F70-10DE6B52BBDD}" presName="iconBgRect" presStyleLbl="bgShp" presStyleIdx="6" presStyleCnt="7"/>
      <dgm:spPr/>
    </dgm:pt>
    <dgm:pt modelId="{C58C7B2C-54BD-407F-8DDF-7DC516AA19C1}" type="pres">
      <dgm:prSet presAssocID="{45AC031D-FE57-4469-9F70-10DE6B52BBDD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A7A6582-9345-4130-98E7-EC65FE639C57}" type="pres">
      <dgm:prSet presAssocID="{45AC031D-FE57-4469-9F70-10DE6B52BBDD}" presName="spaceRect" presStyleCnt="0"/>
      <dgm:spPr/>
    </dgm:pt>
    <dgm:pt modelId="{14C0AECA-1493-46E5-A666-6467F09E5DD5}" type="pres">
      <dgm:prSet presAssocID="{45AC031D-FE57-4469-9F70-10DE6B52BBD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1631610-FD29-4E79-8A68-7A522CD94AB5}" srcId="{2FE90305-1E23-4DF0-99E5-7913525F6FD1}" destId="{DC73CB66-07CE-41D3-B293-28A1E210DA00}" srcOrd="5" destOrd="0" parTransId="{F2996417-1FBA-4E5F-AB49-9C294637A8C9}" sibTransId="{1B6F9812-7164-4FCD-A5F3-52E100240D91}"/>
    <dgm:cxn modelId="{9C9FA112-4F92-4C1C-BFBA-D8D4120AD977}" srcId="{2FE90305-1E23-4DF0-99E5-7913525F6FD1}" destId="{E52BFA22-5B3B-4328-80F9-B64043B0CB1A}" srcOrd="3" destOrd="0" parTransId="{EA49F54B-42F8-4B6A-83D9-6152B92D91AA}" sibTransId="{10EE4ED2-E202-481C-AC76-DAF7BC141B2A}"/>
    <dgm:cxn modelId="{312D5F28-7BD7-4793-AB47-E3CEED4D51CF}" srcId="{2FE90305-1E23-4DF0-99E5-7913525F6FD1}" destId="{6E24B155-C3B4-4F35-88BF-0A688597D257}" srcOrd="0" destOrd="0" parTransId="{957A4128-53C1-4E5E-94F3-E17FD1024F81}" sibTransId="{F7F3B927-AF7D-4F8F-8F44-F7C5489ED9B6}"/>
    <dgm:cxn modelId="{2CD48B2E-9B46-4F14-B8C6-C60EC04C84F0}" type="presOf" srcId="{D91B4F62-71EE-4622-9CEA-53757A70007F}" destId="{EE45871A-D52B-4588-90D0-1699E3AEB81B}" srcOrd="0" destOrd="0" presId="urn:microsoft.com/office/officeart/2018/5/layout/IconCircleLabelList"/>
    <dgm:cxn modelId="{540CE341-2BD5-4EB5-8181-30D4169B30B3}" type="presOf" srcId="{E52BFA22-5B3B-4328-80F9-B64043B0CB1A}" destId="{ECA62A51-D805-40FD-979F-747B12A682A0}" srcOrd="0" destOrd="0" presId="urn:microsoft.com/office/officeart/2018/5/layout/IconCircleLabelList"/>
    <dgm:cxn modelId="{45EA3D43-4C3D-4810-B382-161950CBDA54}" srcId="{2FE90305-1E23-4DF0-99E5-7913525F6FD1}" destId="{65E6E103-46A7-460D-95E7-5BE4525E137A}" srcOrd="2" destOrd="0" parTransId="{98D583BA-6556-4FED-B6AE-BFB30C6CFA99}" sibTransId="{3DE7824E-1482-4178-BB98-4EC42D5C29F4}"/>
    <dgm:cxn modelId="{1AD34E49-CB7A-4DAC-9F46-1CA713DF9138}" srcId="{2FE90305-1E23-4DF0-99E5-7913525F6FD1}" destId="{D91B4F62-71EE-4622-9CEA-53757A70007F}" srcOrd="4" destOrd="0" parTransId="{324E39F6-E866-41AC-B99E-CAA4F631ACE5}" sibTransId="{39762CE9-BE2B-43DA-8554-90CB1A18060D}"/>
    <dgm:cxn modelId="{C8D0F24B-CEBC-4C88-B038-3CF9E504476A}" type="presOf" srcId="{65E6E103-46A7-460D-95E7-5BE4525E137A}" destId="{AA854D2D-1B67-4620-9062-5BA0E4DA2535}" srcOrd="0" destOrd="0" presId="urn:microsoft.com/office/officeart/2018/5/layout/IconCircleLabelList"/>
    <dgm:cxn modelId="{982BA258-4BB6-4B16-B3F6-4EF63F6BEB5D}" type="presOf" srcId="{6E24B155-C3B4-4F35-88BF-0A688597D257}" destId="{69B8E13A-35A0-4895-B13F-89F4C4783A91}" srcOrd="0" destOrd="0" presId="urn:microsoft.com/office/officeart/2018/5/layout/IconCircleLabelList"/>
    <dgm:cxn modelId="{116ECE58-5CC0-4C01-BD88-DC9E86880999}" type="presOf" srcId="{FD2E7726-0111-4E3E-BDB2-A17E39E85E88}" destId="{FA40E09B-D5C6-4F74-989C-138E2FDCA28C}" srcOrd="0" destOrd="0" presId="urn:microsoft.com/office/officeart/2018/5/layout/IconCircleLabelList"/>
    <dgm:cxn modelId="{7DFF8AA3-B13B-49F3-B945-B85413C9233C}" type="presOf" srcId="{2FE90305-1E23-4DF0-99E5-7913525F6FD1}" destId="{3200971B-515A-45D5-A029-A5B66D926AC4}" srcOrd="0" destOrd="0" presId="urn:microsoft.com/office/officeart/2018/5/layout/IconCircleLabelList"/>
    <dgm:cxn modelId="{87F0FCBC-ABB6-4A94-87E8-E2754241CDF3}" srcId="{2FE90305-1E23-4DF0-99E5-7913525F6FD1}" destId="{45AC031D-FE57-4469-9F70-10DE6B52BBDD}" srcOrd="6" destOrd="0" parTransId="{29E69213-3765-43F2-870A-383EF56F9D8D}" sibTransId="{8CA4E5F8-DA7C-4A3F-80F3-AAE1F87C9016}"/>
    <dgm:cxn modelId="{543EA3C2-028E-4618-8570-0B3AFDA7C768}" type="presOf" srcId="{45AC031D-FE57-4469-9F70-10DE6B52BBDD}" destId="{14C0AECA-1493-46E5-A666-6467F09E5DD5}" srcOrd="0" destOrd="0" presId="urn:microsoft.com/office/officeart/2018/5/layout/IconCircleLabelList"/>
    <dgm:cxn modelId="{A3ABDDD1-5AB2-4EAE-A867-9EBBB710EBAC}" srcId="{2FE90305-1E23-4DF0-99E5-7913525F6FD1}" destId="{FD2E7726-0111-4E3E-BDB2-A17E39E85E88}" srcOrd="1" destOrd="0" parTransId="{D3DAE87B-642B-4E35-B435-63ABB8DBDA2A}" sibTransId="{5962132D-56F3-4E48-BD7F-BF74FA2FD700}"/>
    <dgm:cxn modelId="{BB811EFC-63BF-4BCD-919D-0E440F1C7B51}" type="presOf" srcId="{DC73CB66-07CE-41D3-B293-28A1E210DA00}" destId="{7B61424A-4A13-4FD7-AC30-37A2282BE68E}" srcOrd="0" destOrd="0" presId="urn:microsoft.com/office/officeart/2018/5/layout/IconCircleLabelList"/>
    <dgm:cxn modelId="{026BE987-E71A-4BF3-BCAD-A44DE4F5D4CC}" type="presParOf" srcId="{3200971B-515A-45D5-A029-A5B66D926AC4}" destId="{2270257E-85F8-495E-856F-1BE0FCFDE2DD}" srcOrd="0" destOrd="0" presId="urn:microsoft.com/office/officeart/2018/5/layout/IconCircleLabelList"/>
    <dgm:cxn modelId="{E281E795-E293-40D3-A935-E936458AC46F}" type="presParOf" srcId="{2270257E-85F8-495E-856F-1BE0FCFDE2DD}" destId="{CB8B97E4-4EC4-4BE1-8DAC-1BF4C8207353}" srcOrd="0" destOrd="0" presId="urn:microsoft.com/office/officeart/2018/5/layout/IconCircleLabelList"/>
    <dgm:cxn modelId="{970CF847-1D89-48E0-96EF-6642DC94FC85}" type="presParOf" srcId="{2270257E-85F8-495E-856F-1BE0FCFDE2DD}" destId="{5082D292-F754-41E1-B8D7-7F033646D906}" srcOrd="1" destOrd="0" presId="urn:microsoft.com/office/officeart/2018/5/layout/IconCircleLabelList"/>
    <dgm:cxn modelId="{31BD191E-5821-44D9-A5E1-D9B4919794B1}" type="presParOf" srcId="{2270257E-85F8-495E-856F-1BE0FCFDE2DD}" destId="{A07EC7C4-5A89-4B04-926B-39B40887A5E8}" srcOrd="2" destOrd="0" presId="urn:microsoft.com/office/officeart/2018/5/layout/IconCircleLabelList"/>
    <dgm:cxn modelId="{4EEF02AA-75A0-47DA-AE11-3BF679957EBF}" type="presParOf" srcId="{2270257E-85F8-495E-856F-1BE0FCFDE2DD}" destId="{69B8E13A-35A0-4895-B13F-89F4C4783A91}" srcOrd="3" destOrd="0" presId="urn:microsoft.com/office/officeart/2018/5/layout/IconCircleLabelList"/>
    <dgm:cxn modelId="{4C347801-5339-49A4-BC81-8C83741EA206}" type="presParOf" srcId="{3200971B-515A-45D5-A029-A5B66D926AC4}" destId="{F6E01654-02C5-4311-9D87-E3DBC20BED80}" srcOrd="1" destOrd="0" presId="urn:microsoft.com/office/officeart/2018/5/layout/IconCircleLabelList"/>
    <dgm:cxn modelId="{39127CBE-3A0E-4540-A33C-D5BC588741DC}" type="presParOf" srcId="{3200971B-515A-45D5-A029-A5B66D926AC4}" destId="{5EF2BEE0-D1CB-4C0A-B908-EA74E934D6CD}" srcOrd="2" destOrd="0" presId="urn:microsoft.com/office/officeart/2018/5/layout/IconCircleLabelList"/>
    <dgm:cxn modelId="{87EA4107-6E93-4426-ABE1-832BD9CC49C2}" type="presParOf" srcId="{5EF2BEE0-D1CB-4C0A-B908-EA74E934D6CD}" destId="{4D80775D-C55C-4CB7-9594-B640A14E0A39}" srcOrd="0" destOrd="0" presId="urn:microsoft.com/office/officeart/2018/5/layout/IconCircleLabelList"/>
    <dgm:cxn modelId="{61F4014C-7767-4E12-987C-E3050133C2E1}" type="presParOf" srcId="{5EF2BEE0-D1CB-4C0A-B908-EA74E934D6CD}" destId="{C3DB2AE3-2311-4AAE-9486-E272D19A669D}" srcOrd="1" destOrd="0" presId="urn:microsoft.com/office/officeart/2018/5/layout/IconCircleLabelList"/>
    <dgm:cxn modelId="{912C5F2A-B859-4248-8392-ED54F5554628}" type="presParOf" srcId="{5EF2BEE0-D1CB-4C0A-B908-EA74E934D6CD}" destId="{F1A54292-2687-4F2D-9888-0D7F8663000C}" srcOrd="2" destOrd="0" presId="urn:microsoft.com/office/officeart/2018/5/layout/IconCircleLabelList"/>
    <dgm:cxn modelId="{01E2A109-3161-4745-BAB2-F1CDD06125BF}" type="presParOf" srcId="{5EF2BEE0-D1CB-4C0A-B908-EA74E934D6CD}" destId="{FA40E09B-D5C6-4F74-989C-138E2FDCA28C}" srcOrd="3" destOrd="0" presId="urn:microsoft.com/office/officeart/2018/5/layout/IconCircleLabelList"/>
    <dgm:cxn modelId="{268D25DE-B624-4B58-84F1-881F94084A32}" type="presParOf" srcId="{3200971B-515A-45D5-A029-A5B66D926AC4}" destId="{0BFA7400-319E-483E-892A-3EEF23178A51}" srcOrd="3" destOrd="0" presId="urn:microsoft.com/office/officeart/2018/5/layout/IconCircleLabelList"/>
    <dgm:cxn modelId="{C6547446-9FCE-416F-90A6-6E0355FC7B80}" type="presParOf" srcId="{3200971B-515A-45D5-A029-A5B66D926AC4}" destId="{635F318F-4390-4384-B188-92158EC5D51A}" srcOrd="4" destOrd="0" presId="urn:microsoft.com/office/officeart/2018/5/layout/IconCircleLabelList"/>
    <dgm:cxn modelId="{B849DEA8-2EFD-4A1C-8B73-3736A83882F8}" type="presParOf" srcId="{635F318F-4390-4384-B188-92158EC5D51A}" destId="{68FC2AE7-DF03-4478-9620-02D24AB79301}" srcOrd="0" destOrd="0" presId="urn:microsoft.com/office/officeart/2018/5/layout/IconCircleLabelList"/>
    <dgm:cxn modelId="{6AFAC9E8-E560-4ED9-8611-9CFCFAB85C79}" type="presParOf" srcId="{635F318F-4390-4384-B188-92158EC5D51A}" destId="{FEF569AD-9B72-4198-A283-9CF4BE895D72}" srcOrd="1" destOrd="0" presId="urn:microsoft.com/office/officeart/2018/5/layout/IconCircleLabelList"/>
    <dgm:cxn modelId="{1BC6E819-54E7-4153-8D56-335D109D0AD9}" type="presParOf" srcId="{635F318F-4390-4384-B188-92158EC5D51A}" destId="{8A129184-A0A2-4C6D-82B1-A4848EF6481B}" srcOrd="2" destOrd="0" presId="urn:microsoft.com/office/officeart/2018/5/layout/IconCircleLabelList"/>
    <dgm:cxn modelId="{74D89D99-625E-4ADB-BB8E-8A8065138BCD}" type="presParOf" srcId="{635F318F-4390-4384-B188-92158EC5D51A}" destId="{AA854D2D-1B67-4620-9062-5BA0E4DA2535}" srcOrd="3" destOrd="0" presId="urn:microsoft.com/office/officeart/2018/5/layout/IconCircleLabelList"/>
    <dgm:cxn modelId="{1041C3D6-CFD3-416E-A367-5C6BAC60EE8C}" type="presParOf" srcId="{3200971B-515A-45D5-A029-A5B66D926AC4}" destId="{CBADB82D-401A-4C0B-912A-C37129D02A4E}" srcOrd="5" destOrd="0" presId="urn:microsoft.com/office/officeart/2018/5/layout/IconCircleLabelList"/>
    <dgm:cxn modelId="{0D7FECDC-8806-400C-A652-88C1A93EA596}" type="presParOf" srcId="{3200971B-515A-45D5-A029-A5B66D926AC4}" destId="{CAB764DA-C922-4C6A-9B9B-F16ACBF7E4E6}" srcOrd="6" destOrd="0" presId="urn:microsoft.com/office/officeart/2018/5/layout/IconCircleLabelList"/>
    <dgm:cxn modelId="{6956F1C5-8FEA-4461-84FF-361E158DAA5B}" type="presParOf" srcId="{CAB764DA-C922-4C6A-9B9B-F16ACBF7E4E6}" destId="{E012644A-BB94-4043-9A32-8B1ED2F23466}" srcOrd="0" destOrd="0" presId="urn:microsoft.com/office/officeart/2018/5/layout/IconCircleLabelList"/>
    <dgm:cxn modelId="{118D29CA-CC1A-4B69-BF98-7C33DFD3DB9A}" type="presParOf" srcId="{CAB764DA-C922-4C6A-9B9B-F16ACBF7E4E6}" destId="{AD25749C-13C4-4509-82D6-E02A28F19B7B}" srcOrd="1" destOrd="0" presId="urn:microsoft.com/office/officeart/2018/5/layout/IconCircleLabelList"/>
    <dgm:cxn modelId="{CCA38B2C-B7FB-4E03-AAED-631B8295BEFC}" type="presParOf" srcId="{CAB764DA-C922-4C6A-9B9B-F16ACBF7E4E6}" destId="{1AC0B954-ABBA-4F4C-8AEC-356B3442A733}" srcOrd="2" destOrd="0" presId="urn:microsoft.com/office/officeart/2018/5/layout/IconCircleLabelList"/>
    <dgm:cxn modelId="{3BA18174-B2C0-4D77-8DBE-12B968867D96}" type="presParOf" srcId="{CAB764DA-C922-4C6A-9B9B-F16ACBF7E4E6}" destId="{ECA62A51-D805-40FD-979F-747B12A682A0}" srcOrd="3" destOrd="0" presId="urn:microsoft.com/office/officeart/2018/5/layout/IconCircleLabelList"/>
    <dgm:cxn modelId="{30C804F2-4E95-4583-9F47-7932C9ABDCDB}" type="presParOf" srcId="{3200971B-515A-45D5-A029-A5B66D926AC4}" destId="{8947AED8-025A-498F-95F5-C5A0C1189115}" srcOrd="7" destOrd="0" presId="urn:microsoft.com/office/officeart/2018/5/layout/IconCircleLabelList"/>
    <dgm:cxn modelId="{C8333301-B2E2-43A9-AC0E-D79D8A23E0C4}" type="presParOf" srcId="{3200971B-515A-45D5-A029-A5B66D926AC4}" destId="{47B33AAD-C657-48DE-8999-F83106B7118D}" srcOrd="8" destOrd="0" presId="urn:microsoft.com/office/officeart/2018/5/layout/IconCircleLabelList"/>
    <dgm:cxn modelId="{3896D589-FDB0-47B6-9C2B-12640D8604AC}" type="presParOf" srcId="{47B33AAD-C657-48DE-8999-F83106B7118D}" destId="{1B51C5C1-9EA6-431D-98A5-F49F74291577}" srcOrd="0" destOrd="0" presId="urn:microsoft.com/office/officeart/2018/5/layout/IconCircleLabelList"/>
    <dgm:cxn modelId="{65CCB032-E36A-40CF-997F-32CF3DAD4B1F}" type="presParOf" srcId="{47B33AAD-C657-48DE-8999-F83106B7118D}" destId="{CC5A314D-074B-4ECE-8451-001124B57668}" srcOrd="1" destOrd="0" presId="urn:microsoft.com/office/officeart/2018/5/layout/IconCircleLabelList"/>
    <dgm:cxn modelId="{F0DC31F8-6146-4BF7-A255-82458C518854}" type="presParOf" srcId="{47B33AAD-C657-48DE-8999-F83106B7118D}" destId="{796B00A7-9C6D-474E-B669-23A986A33E59}" srcOrd="2" destOrd="0" presId="urn:microsoft.com/office/officeart/2018/5/layout/IconCircleLabelList"/>
    <dgm:cxn modelId="{FAAA196A-F397-48B5-AF99-2BB6DB3A0DAF}" type="presParOf" srcId="{47B33AAD-C657-48DE-8999-F83106B7118D}" destId="{EE45871A-D52B-4588-90D0-1699E3AEB81B}" srcOrd="3" destOrd="0" presId="urn:microsoft.com/office/officeart/2018/5/layout/IconCircleLabelList"/>
    <dgm:cxn modelId="{FF975443-C37A-4738-880D-34986C010818}" type="presParOf" srcId="{3200971B-515A-45D5-A029-A5B66D926AC4}" destId="{2DF23216-41EA-4126-922D-180A6BBB769F}" srcOrd="9" destOrd="0" presId="urn:microsoft.com/office/officeart/2018/5/layout/IconCircleLabelList"/>
    <dgm:cxn modelId="{B365B718-B0B6-4EE8-84F2-2E6100E0E59F}" type="presParOf" srcId="{3200971B-515A-45D5-A029-A5B66D926AC4}" destId="{F8B06087-F9D1-4027-A1A6-0859CE877A6F}" srcOrd="10" destOrd="0" presId="urn:microsoft.com/office/officeart/2018/5/layout/IconCircleLabelList"/>
    <dgm:cxn modelId="{4B89F69D-3F9F-4D94-A1E9-8CCDB14C1AED}" type="presParOf" srcId="{F8B06087-F9D1-4027-A1A6-0859CE877A6F}" destId="{93E93BB3-F883-4D46-BFAD-531873D250E6}" srcOrd="0" destOrd="0" presId="urn:microsoft.com/office/officeart/2018/5/layout/IconCircleLabelList"/>
    <dgm:cxn modelId="{C4A3ED38-627F-4544-897F-7A56CB26785F}" type="presParOf" srcId="{F8B06087-F9D1-4027-A1A6-0859CE877A6F}" destId="{B38048E2-3CB3-4F9F-AAC1-3C0CEDE4077A}" srcOrd="1" destOrd="0" presId="urn:microsoft.com/office/officeart/2018/5/layout/IconCircleLabelList"/>
    <dgm:cxn modelId="{F67EBA3E-BF0C-4CAB-8566-10D08676F64D}" type="presParOf" srcId="{F8B06087-F9D1-4027-A1A6-0859CE877A6F}" destId="{E2C85C5D-DFD0-47E8-894A-7CB93ED4AE98}" srcOrd="2" destOrd="0" presId="urn:microsoft.com/office/officeart/2018/5/layout/IconCircleLabelList"/>
    <dgm:cxn modelId="{290DFEB2-179C-446C-8CBF-6E2D83BD76C2}" type="presParOf" srcId="{F8B06087-F9D1-4027-A1A6-0859CE877A6F}" destId="{7B61424A-4A13-4FD7-AC30-37A2282BE68E}" srcOrd="3" destOrd="0" presId="urn:microsoft.com/office/officeart/2018/5/layout/IconCircleLabelList"/>
    <dgm:cxn modelId="{F4BE88FE-D52A-4C1B-8649-7175FF365A67}" type="presParOf" srcId="{3200971B-515A-45D5-A029-A5B66D926AC4}" destId="{93A0019F-13B5-43A8-89B2-262A788BC00D}" srcOrd="11" destOrd="0" presId="urn:microsoft.com/office/officeart/2018/5/layout/IconCircleLabelList"/>
    <dgm:cxn modelId="{725A5921-262B-43A6-B7DC-F5D55ECDB20C}" type="presParOf" srcId="{3200971B-515A-45D5-A029-A5B66D926AC4}" destId="{9FD63B0A-DB8E-4E41-B534-3E9D0FCFD5CF}" srcOrd="12" destOrd="0" presId="urn:microsoft.com/office/officeart/2018/5/layout/IconCircleLabelList"/>
    <dgm:cxn modelId="{A5EC4F43-9855-46A5-BFBB-B73283E25CD1}" type="presParOf" srcId="{9FD63B0A-DB8E-4E41-B534-3E9D0FCFD5CF}" destId="{2C603E63-1221-4B6B-938A-DBBDF8C2D898}" srcOrd="0" destOrd="0" presId="urn:microsoft.com/office/officeart/2018/5/layout/IconCircleLabelList"/>
    <dgm:cxn modelId="{B4447127-E8BA-48AB-B5E0-0805A8DBCA55}" type="presParOf" srcId="{9FD63B0A-DB8E-4E41-B534-3E9D0FCFD5CF}" destId="{C58C7B2C-54BD-407F-8DDF-7DC516AA19C1}" srcOrd="1" destOrd="0" presId="urn:microsoft.com/office/officeart/2018/5/layout/IconCircleLabelList"/>
    <dgm:cxn modelId="{534B443D-75E2-4095-9376-318611C3F30B}" type="presParOf" srcId="{9FD63B0A-DB8E-4E41-B534-3E9D0FCFD5CF}" destId="{4A7A6582-9345-4130-98E7-EC65FE639C57}" srcOrd="2" destOrd="0" presId="urn:microsoft.com/office/officeart/2018/5/layout/IconCircleLabelList"/>
    <dgm:cxn modelId="{C38ACFE9-2F71-4C82-A551-57AA5D4AED9B}" type="presParOf" srcId="{9FD63B0A-DB8E-4E41-B534-3E9D0FCFD5CF}" destId="{14C0AECA-1493-46E5-A666-6467F09E5D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1DCAE0-DCDC-4D96-9A8F-D2C8179B9F3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19F9404-871D-48E9-8C2A-7AF7E0BB4D98}">
      <dgm:prSet/>
      <dgm:spPr/>
      <dgm:t>
        <a:bodyPr/>
        <a:lstStyle/>
        <a:p>
          <a:r>
            <a:rPr lang="en-US" dirty="0"/>
            <a:t>- Use Case Diagram</a:t>
          </a:r>
        </a:p>
      </dgm:t>
    </dgm:pt>
    <dgm:pt modelId="{4D41E688-4040-4990-9CD0-621B61FEEBD9}" type="parTrans" cxnId="{E9E5DC41-4914-4783-B1E5-0893952041D7}">
      <dgm:prSet/>
      <dgm:spPr/>
      <dgm:t>
        <a:bodyPr/>
        <a:lstStyle/>
        <a:p>
          <a:endParaRPr lang="en-US"/>
        </a:p>
      </dgm:t>
    </dgm:pt>
    <dgm:pt modelId="{B5350155-B556-477B-BDA4-A82320F35E09}" type="sibTrans" cxnId="{E9E5DC41-4914-4783-B1E5-0893952041D7}">
      <dgm:prSet/>
      <dgm:spPr/>
      <dgm:t>
        <a:bodyPr/>
        <a:lstStyle/>
        <a:p>
          <a:endParaRPr lang="en-US"/>
        </a:p>
      </dgm:t>
    </dgm:pt>
    <dgm:pt modelId="{EDACD6C6-D26C-4D97-A97E-609DBC4D6D12}">
      <dgm:prSet/>
      <dgm:spPr/>
      <dgm:t>
        <a:bodyPr/>
        <a:lstStyle/>
        <a:p>
          <a:r>
            <a:rPr lang="en-US"/>
            <a:t>- Activity Diagram – User Registration</a:t>
          </a:r>
        </a:p>
      </dgm:t>
    </dgm:pt>
    <dgm:pt modelId="{EB6BEA59-23B9-4B20-B69A-C43768707C49}" type="parTrans" cxnId="{B8B32410-DCCF-4787-B754-8413587AEFA7}">
      <dgm:prSet/>
      <dgm:spPr/>
      <dgm:t>
        <a:bodyPr/>
        <a:lstStyle/>
        <a:p>
          <a:endParaRPr lang="en-US"/>
        </a:p>
      </dgm:t>
    </dgm:pt>
    <dgm:pt modelId="{B9861472-ABA6-488E-A0F5-965398A79DE0}" type="sibTrans" cxnId="{B8B32410-DCCF-4787-B754-8413587AEFA7}">
      <dgm:prSet/>
      <dgm:spPr/>
      <dgm:t>
        <a:bodyPr/>
        <a:lstStyle/>
        <a:p>
          <a:endParaRPr lang="en-US"/>
        </a:p>
      </dgm:t>
    </dgm:pt>
    <dgm:pt modelId="{0D5F7545-0C76-409A-8A56-D3E6595BE3C6}">
      <dgm:prSet/>
      <dgm:spPr/>
      <dgm:t>
        <a:bodyPr/>
        <a:lstStyle/>
        <a:p>
          <a:r>
            <a:rPr lang="en-US"/>
            <a:t>- Activity Diagram – Place Order</a:t>
          </a:r>
        </a:p>
      </dgm:t>
    </dgm:pt>
    <dgm:pt modelId="{00267152-2816-466F-ADEB-8B96363126D1}" type="parTrans" cxnId="{F44A10E7-EC45-40EA-BF32-DEAFFF1724BA}">
      <dgm:prSet/>
      <dgm:spPr/>
      <dgm:t>
        <a:bodyPr/>
        <a:lstStyle/>
        <a:p>
          <a:endParaRPr lang="en-US"/>
        </a:p>
      </dgm:t>
    </dgm:pt>
    <dgm:pt modelId="{1F2B82E9-1D3A-4340-9F5A-4BBB5A18C587}" type="sibTrans" cxnId="{F44A10E7-EC45-40EA-BF32-DEAFFF1724BA}">
      <dgm:prSet/>
      <dgm:spPr/>
      <dgm:t>
        <a:bodyPr/>
        <a:lstStyle/>
        <a:p>
          <a:endParaRPr lang="en-US"/>
        </a:p>
      </dgm:t>
    </dgm:pt>
    <dgm:pt modelId="{265B3BC8-3BCF-4234-9990-A0A24AD7827A}">
      <dgm:prSet/>
      <dgm:spPr/>
      <dgm:t>
        <a:bodyPr/>
        <a:lstStyle/>
        <a:p>
          <a:r>
            <a:rPr lang="en-US"/>
            <a:t>- Activity Diagram – Order Delivery Process</a:t>
          </a:r>
        </a:p>
      </dgm:t>
    </dgm:pt>
    <dgm:pt modelId="{2AED3635-96B0-4152-8ABB-32A85C29E7BF}" type="parTrans" cxnId="{2A148F15-31FB-463C-B887-3B96DBDB8E4E}">
      <dgm:prSet/>
      <dgm:spPr/>
      <dgm:t>
        <a:bodyPr/>
        <a:lstStyle/>
        <a:p>
          <a:endParaRPr lang="en-US"/>
        </a:p>
      </dgm:t>
    </dgm:pt>
    <dgm:pt modelId="{C63DA97C-1410-4FCF-8A64-48EBF022FD1B}" type="sibTrans" cxnId="{2A148F15-31FB-463C-B887-3B96DBDB8E4E}">
      <dgm:prSet/>
      <dgm:spPr/>
      <dgm:t>
        <a:bodyPr/>
        <a:lstStyle/>
        <a:p>
          <a:endParaRPr lang="en-US"/>
        </a:p>
      </dgm:t>
    </dgm:pt>
    <dgm:pt modelId="{5C1ABF16-FBF6-44C4-84F3-ECBA9ACE3B05}" type="pres">
      <dgm:prSet presAssocID="{D91DCAE0-DCDC-4D96-9A8F-D2C8179B9F39}" presName="root" presStyleCnt="0">
        <dgm:presLayoutVars>
          <dgm:dir/>
          <dgm:resizeHandles val="exact"/>
        </dgm:presLayoutVars>
      </dgm:prSet>
      <dgm:spPr/>
    </dgm:pt>
    <dgm:pt modelId="{3C12DA96-9323-42A8-8B7E-050336B9EEA1}" type="pres">
      <dgm:prSet presAssocID="{D19F9404-871D-48E9-8C2A-7AF7E0BB4D98}" presName="compNode" presStyleCnt="0"/>
      <dgm:spPr/>
    </dgm:pt>
    <dgm:pt modelId="{D0440325-8C00-4879-A0EC-2CE4DE89F86D}" type="pres">
      <dgm:prSet presAssocID="{D19F9404-871D-48E9-8C2A-7AF7E0BB4D98}" presName="bgRect" presStyleLbl="bgShp" presStyleIdx="0" presStyleCnt="4"/>
      <dgm:spPr/>
    </dgm:pt>
    <dgm:pt modelId="{C4675CED-1E88-4C2B-9CB1-87F362402F87}" type="pres">
      <dgm:prSet presAssocID="{D19F9404-871D-48E9-8C2A-7AF7E0BB4D9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AD9B05D-B1A2-4D6E-8CBE-C73D99C1520C}" type="pres">
      <dgm:prSet presAssocID="{D19F9404-871D-48E9-8C2A-7AF7E0BB4D98}" presName="spaceRect" presStyleCnt="0"/>
      <dgm:spPr/>
    </dgm:pt>
    <dgm:pt modelId="{D7F9F97F-1B82-4EE0-A9BF-C47E002E667B}" type="pres">
      <dgm:prSet presAssocID="{D19F9404-871D-48E9-8C2A-7AF7E0BB4D98}" presName="parTx" presStyleLbl="revTx" presStyleIdx="0" presStyleCnt="4">
        <dgm:presLayoutVars>
          <dgm:chMax val="0"/>
          <dgm:chPref val="0"/>
        </dgm:presLayoutVars>
      </dgm:prSet>
      <dgm:spPr/>
    </dgm:pt>
    <dgm:pt modelId="{70B829C6-52C9-4512-9A3B-5BBC333284CE}" type="pres">
      <dgm:prSet presAssocID="{B5350155-B556-477B-BDA4-A82320F35E09}" presName="sibTrans" presStyleCnt="0"/>
      <dgm:spPr/>
    </dgm:pt>
    <dgm:pt modelId="{28DC31B8-725E-48C4-8B82-D576F5CF39FD}" type="pres">
      <dgm:prSet presAssocID="{EDACD6C6-D26C-4D97-A97E-609DBC4D6D12}" presName="compNode" presStyleCnt="0"/>
      <dgm:spPr/>
    </dgm:pt>
    <dgm:pt modelId="{474FD04E-BAA4-43C7-8322-638C5A348605}" type="pres">
      <dgm:prSet presAssocID="{EDACD6C6-D26C-4D97-A97E-609DBC4D6D12}" presName="bgRect" presStyleLbl="bgShp" presStyleIdx="1" presStyleCnt="4"/>
      <dgm:spPr/>
    </dgm:pt>
    <dgm:pt modelId="{B2F19E49-06B6-414B-83E5-3B824463B14B}" type="pres">
      <dgm:prSet presAssocID="{EDACD6C6-D26C-4D97-A97E-609DBC4D6D1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02B4ADCE-C7DB-48D0-A1B0-3D3C7E1B7E4F}" type="pres">
      <dgm:prSet presAssocID="{EDACD6C6-D26C-4D97-A97E-609DBC4D6D12}" presName="spaceRect" presStyleCnt="0"/>
      <dgm:spPr/>
    </dgm:pt>
    <dgm:pt modelId="{A1C4AFC1-28B7-415C-BEDA-139C1EB7099E}" type="pres">
      <dgm:prSet presAssocID="{EDACD6C6-D26C-4D97-A97E-609DBC4D6D12}" presName="parTx" presStyleLbl="revTx" presStyleIdx="1" presStyleCnt="4">
        <dgm:presLayoutVars>
          <dgm:chMax val="0"/>
          <dgm:chPref val="0"/>
        </dgm:presLayoutVars>
      </dgm:prSet>
      <dgm:spPr/>
    </dgm:pt>
    <dgm:pt modelId="{38D8D4D0-43F3-43BC-B28A-E98154587CB6}" type="pres">
      <dgm:prSet presAssocID="{B9861472-ABA6-488E-A0F5-965398A79DE0}" presName="sibTrans" presStyleCnt="0"/>
      <dgm:spPr/>
    </dgm:pt>
    <dgm:pt modelId="{8E693556-90E7-4E13-9C03-DED58ED92A6C}" type="pres">
      <dgm:prSet presAssocID="{0D5F7545-0C76-409A-8A56-D3E6595BE3C6}" presName="compNode" presStyleCnt="0"/>
      <dgm:spPr/>
    </dgm:pt>
    <dgm:pt modelId="{F63B4E1A-0BD7-4E8F-9B34-0DC375CCB5BD}" type="pres">
      <dgm:prSet presAssocID="{0D5F7545-0C76-409A-8A56-D3E6595BE3C6}" presName="bgRect" presStyleLbl="bgShp" presStyleIdx="2" presStyleCnt="4"/>
      <dgm:spPr/>
    </dgm:pt>
    <dgm:pt modelId="{0C556BB4-7D4E-415E-B2CA-D17507817A8C}" type="pres">
      <dgm:prSet presAssocID="{0D5F7545-0C76-409A-8A56-D3E6595BE3C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A48E7F5-8734-4B9F-9995-B62625567B62}" type="pres">
      <dgm:prSet presAssocID="{0D5F7545-0C76-409A-8A56-D3E6595BE3C6}" presName="spaceRect" presStyleCnt="0"/>
      <dgm:spPr/>
    </dgm:pt>
    <dgm:pt modelId="{79861E5A-1673-4042-9DFE-D4696B554066}" type="pres">
      <dgm:prSet presAssocID="{0D5F7545-0C76-409A-8A56-D3E6595BE3C6}" presName="parTx" presStyleLbl="revTx" presStyleIdx="2" presStyleCnt="4">
        <dgm:presLayoutVars>
          <dgm:chMax val="0"/>
          <dgm:chPref val="0"/>
        </dgm:presLayoutVars>
      </dgm:prSet>
      <dgm:spPr/>
    </dgm:pt>
    <dgm:pt modelId="{EE335E5A-ABC4-4F75-80B6-A557BB037B59}" type="pres">
      <dgm:prSet presAssocID="{1F2B82E9-1D3A-4340-9F5A-4BBB5A18C587}" presName="sibTrans" presStyleCnt="0"/>
      <dgm:spPr/>
    </dgm:pt>
    <dgm:pt modelId="{1E407ECB-BD1C-45BB-9C84-AFC71959FF6A}" type="pres">
      <dgm:prSet presAssocID="{265B3BC8-3BCF-4234-9990-A0A24AD7827A}" presName="compNode" presStyleCnt="0"/>
      <dgm:spPr/>
    </dgm:pt>
    <dgm:pt modelId="{EBC477E2-AE37-41B4-93AF-BDAC7DE6ED70}" type="pres">
      <dgm:prSet presAssocID="{265B3BC8-3BCF-4234-9990-A0A24AD7827A}" presName="bgRect" presStyleLbl="bgShp" presStyleIdx="3" presStyleCnt="4"/>
      <dgm:spPr/>
    </dgm:pt>
    <dgm:pt modelId="{03A0FF0B-1775-4684-B0EE-621F376C96F3}" type="pres">
      <dgm:prSet presAssocID="{265B3BC8-3BCF-4234-9990-A0A24AD7827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53312A55-0EC9-4B1C-AACD-A61D08F69515}" type="pres">
      <dgm:prSet presAssocID="{265B3BC8-3BCF-4234-9990-A0A24AD7827A}" presName="spaceRect" presStyleCnt="0"/>
      <dgm:spPr/>
    </dgm:pt>
    <dgm:pt modelId="{B74FBB83-222B-42CB-9AF2-2398BC4DBECB}" type="pres">
      <dgm:prSet presAssocID="{265B3BC8-3BCF-4234-9990-A0A24AD782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8B32410-DCCF-4787-B754-8413587AEFA7}" srcId="{D91DCAE0-DCDC-4D96-9A8F-D2C8179B9F39}" destId="{EDACD6C6-D26C-4D97-A97E-609DBC4D6D12}" srcOrd="1" destOrd="0" parTransId="{EB6BEA59-23B9-4B20-B69A-C43768707C49}" sibTransId="{B9861472-ABA6-488E-A0F5-965398A79DE0}"/>
    <dgm:cxn modelId="{2A148F15-31FB-463C-B887-3B96DBDB8E4E}" srcId="{D91DCAE0-DCDC-4D96-9A8F-D2C8179B9F39}" destId="{265B3BC8-3BCF-4234-9990-A0A24AD7827A}" srcOrd="3" destOrd="0" parTransId="{2AED3635-96B0-4152-8ABB-32A85C29E7BF}" sibTransId="{C63DA97C-1410-4FCF-8A64-48EBF022FD1B}"/>
    <dgm:cxn modelId="{4580DA26-3AD0-4362-B793-F04CBECB2908}" type="presOf" srcId="{0D5F7545-0C76-409A-8A56-D3E6595BE3C6}" destId="{79861E5A-1673-4042-9DFE-D4696B554066}" srcOrd="0" destOrd="0" presId="urn:microsoft.com/office/officeart/2018/2/layout/IconVerticalSolidList"/>
    <dgm:cxn modelId="{CBD71C60-FE95-4871-A4F0-077B9E39A948}" type="presOf" srcId="{265B3BC8-3BCF-4234-9990-A0A24AD7827A}" destId="{B74FBB83-222B-42CB-9AF2-2398BC4DBECB}" srcOrd="0" destOrd="0" presId="urn:microsoft.com/office/officeart/2018/2/layout/IconVerticalSolidList"/>
    <dgm:cxn modelId="{E9E5DC41-4914-4783-B1E5-0893952041D7}" srcId="{D91DCAE0-DCDC-4D96-9A8F-D2C8179B9F39}" destId="{D19F9404-871D-48E9-8C2A-7AF7E0BB4D98}" srcOrd="0" destOrd="0" parTransId="{4D41E688-4040-4990-9CD0-621B61FEEBD9}" sibTransId="{B5350155-B556-477B-BDA4-A82320F35E09}"/>
    <dgm:cxn modelId="{BEF0C44A-2E66-4D17-9E4E-6E3E99C913FE}" type="presOf" srcId="{D19F9404-871D-48E9-8C2A-7AF7E0BB4D98}" destId="{D7F9F97F-1B82-4EE0-A9BF-C47E002E667B}" srcOrd="0" destOrd="0" presId="urn:microsoft.com/office/officeart/2018/2/layout/IconVerticalSolidList"/>
    <dgm:cxn modelId="{9B5BC075-FE56-4337-A92C-3CE8BC7C43DD}" type="presOf" srcId="{EDACD6C6-D26C-4D97-A97E-609DBC4D6D12}" destId="{A1C4AFC1-28B7-415C-BEDA-139C1EB7099E}" srcOrd="0" destOrd="0" presId="urn:microsoft.com/office/officeart/2018/2/layout/IconVerticalSolidList"/>
    <dgm:cxn modelId="{BBE808B6-A9B0-4E3B-9E25-89D798FE05E6}" type="presOf" srcId="{D91DCAE0-DCDC-4D96-9A8F-D2C8179B9F39}" destId="{5C1ABF16-FBF6-44C4-84F3-ECBA9ACE3B05}" srcOrd="0" destOrd="0" presId="urn:microsoft.com/office/officeart/2018/2/layout/IconVerticalSolidList"/>
    <dgm:cxn modelId="{F44A10E7-EC45-40EA-BF32-DEAFFF1724BA}" srcId="{D91DCAE0-DCDC-4D96-9A8F-D2C8179B9F39}" destId="{0D5F7545-0C76-409A-8A56-D3E6595BE3C6}" srcOrd="2" destOrd="0" parTransId="{00267152-2816-466F-ADEB-8B96363126D1}" sibTransId="{1F2B82E9-1D3A-4340-9F5A-4BBB5A18C587}"/>
    <dgm:cxn modelId="{36E568C5-F660-4DBA-9805-6A2B813E1B56}" type="presParOf" srcId="{5C1ABF16-FBF6-44C4-84F3-ECBA9ACE3B05}" destId="{3C12DA96-9323-42A8-8B7E-050336B9EEA1}" srcOrd="0" destOrd="0" presId="urn:microsoft.com/office/officeart/2018/2/layout/IconVerticalSolidList"/>
    <dgm:cxn modelId="{E1783C68-501D-44CE-BEC0-FC4CDAD7483E}" type="presParOf" srcId="{3C12DA96-9323-42A8-8B7E-050336B9EEA1}" destId="{D0440325-8C00-4879-A0EC-2CE4DE89F86D}" srcOrd="0" destOrd="0" presId="urn:microsoft.com/office/officeart/2018/2/layout/IconVerticalSolidList"/>
    <dgm:cxn modelId="{2563D52F-2241-4C24-92E6-A669265693A7}" type="presParOf" srcId="{3C12DA96-9323-42A8-8B7E-050336B9EEA1}" destId="{C4675CED-1E88-4C2B-9CB1-87F362402F87}" srcOrd="1" destOrd="0" presId="urn:microsoft.com/office/officeart/2018/2/layout/IconVerticalSolidList"/>
    <dgm:cxn modelId="{FAEDBFAF-F45B-42DF-B464-649C73FCDA38}" type="presParOf" srcId="{3C12DA96-9323-42A8-8B7E-050336B9EEA1}" destId="{8AD9B05D-B1A2-4D6E-8CBE-C73D99C1520C}" srcOrd="2" destOrd="0" presId="urn:microsoft.com/office/officeart/2018/2/layout/IconVerticalSolidList"/>
    <dgm:cxn modelId="{151BA4C8-E561-41A8-9A1C-DA98F2C00614}" type="presParOf" srcId="{3C12DA96-9323-42A8-8B7E-050336B9EEA1}" destId="{D7F9F97F-1B82-4EE0-A9BF-C47E002E667B}" srcOrd="3" destOrd="0" presId="urn:microsoft.com/office/officeart/2018/2/layout/IconVerticalSolidList"/>
    <dgm:cxn modelId="{BF283146-481B-40F2-8115-3E777DE686D3}" type="presParOf" srcId="{5C1ABF16-FBF6-44C4-84F3-ECBA9ACE3B05}" destId="{70B829C6-52C9-4512-9A3B-5BBC333284CE}" srcOrd="1" destOrd="0" presId="urn:microsoft.com/office/officeart/2018/2/layout/IconVerticalSolidList"/>
    <dgm:cxn modelId="{F4803270-FC91-4974-88F0-AC2E20E6F218}" type="presParOf" srcId="{5C1ABF16-FBF6-44C4-84F3-ECBA9ACE3B05}" destId="{28DC31B8-725E-48C4-8B82-D576F5CF39FD}" srcOrd="2" destOrd="0" presId="urn:microsoft.com/office/officeart/2018/2/layout/IconVerticalSolidList"/>
    <dgm:cxn modelId="{6D5786B8-F36E-445F-B19E-1BDD330A7E37}" type="presParOf" srcId="{28DC31B8-725E-48C4-8B82-D576F5CF39FD}" destId="{474FD04E-BAA4-43C7-8322-638C5A348605}" srcOrd="0" destOrd="0" presId="urn:microsoft.com/office/officeart/2018/2/layout/IconVerticalSolidList"/>
    <dgm:cxn modelId="{BC8D304E-8740-43BD-977E-4D200F6C74F9}" type="presParOf" srcId="{28DC31B8-725E-48C4-8B82-D576F5CF39FD}" destId="{B2F19E49-06B6-414B-83E5-3B824463B14B}" srcOrd="1" destOrd="0" presId="urn:microsoft.com/office/officeart/2018/2/layout/IconVerticalSolidList"/>
    <dgm:cxn modelId="{8CA59BED-E393-42B4-AE80-5145C4FD915F}" type="presParOf" srcId="{28DC31B8-725E-48C4-8B82-D576F5CF39FD}" destId="{02B4ADCE-C7DB-48D0-A1B0-3D3C7E1B7E4F}" srcOrd="2" destOrd="0" presId="urn:microsoft.com/office/officeart/2018/2/layout/IconVerticalSolidList"/>
    <dgm:cxn modelId="{1D2B9762-A74D-4A0E-A32A-DFA637E0F5DC}" type="presParOf" srcId="{28DC31B8-725E-48C4-8B82-D576F5CF39FD}" destId="{A1C4AFC1-28B7-415C-BEDA-139C1EB7099E}" srcOrd="3" destOrd="0" presId="urn:microsoft.com/office/officeart/2018/2/layout/IconVerticalSolidList"/>
    <dgm:cxn modelId="{115B01C4-9DFE-4F65-86D1-69F48B2E7D6D}" type="presParOf" srcId="{5C1ABF16-FBF6-44C4-84F3-ECBA9ACE3B05}" destId="{38D8D4D0-43F3-43BC-B28A-E98154587CB6}" srcOrd="3" destOrd="0" presId="urn:microsoft.com/office/officeart/2018/2/layout/IconVerticalSolidList"/>
    <dgm:cxn modelId="{A01F77EC-0BFE-4118-B9E2-9714E7463C09}" type="presParOf" srcId="{5C1ABF16-FBF6-44C4-84F3-ECBA9ACE3B05}" destId="{8E693556-90E7-4E13-9C03-DED58ED92A6C}" srcOrd="4" destOrd="0" presId="urn:microsoft.com/office/officeart/2018/2/layout/IconVerticalSolidList"/>
    <dgm:cxn modelId="{2513B94F-8F80-45DC-B808-99252D527A70}" type="presParOf" srcId="{8E693556-90E7-4E13-9C03-DED58ED92A6C}" destId="{F63B4E1A-0BD7-4E8F-9B34-0DC375CCB5BD}" srcOrd="0" destOrd="0" presId="urn:microsoft.com/office/officeart/2018/2/layout/IconVerticalSolidList"/>
    <dgm:cxn modelId="{5743E83C-601A-4BA4-9E6D-02E2B2612AF5}" type="presParOf" srcId="{8E693556-90E7-4E13-9C03-DED58ED92A6C}" destId="{0C556BB4-7D4E-415E-B2CA-D17507817A8C}" srcOrd="1" destOrd="0" presId="urn:microsoft.com/office/officeart/2018/2/layout/IconVerticalSolidList"/>
    <dgm:cxn modelId="{DD37B1F4-8692-458F-8B0B-52B511974F9A}" type="presParOf" srcId="{8E693556-90E7-4E13-9C03-DED58ED92A6C}" destId="{7A48E7F5-8734-4B9F-9995-B62625567B62}" srcOrd="2" destOrd="0" presId="urn:microsoft.com/office/officeart/2018/2/layout/IconVerticalSolidList"/>
    <dgm:cxn modelId="{DC1D3330-E99A-4E2A-84C0-576B361C53E4}" type="presParOf" srcId="{8E693556-90E7-4E13-9C03-DED58ED92A6C}" destId="{79861E5A-1673-4042-9DFE-D4696B554066}" srcOrd="3" destOrd="0" presId="urn:microsoft.com/office/officeart/2018/2/layout/IconVerticalSolidList"/>
    <dgm:cxn modelId="{AA124919-1C37-4798-AC66-20C4DB5B0975}" type="presParOf" srcId="{5C1ABF16-FBF6-44C4-84F3-ECBA9ACE3B05}" destId="{EE335E5A-ABC4-4F75-80B6-A557BB037B59}" srcOrd="5" destOrd="0" presId="urn:microsoft.com/office/officeart/2018/2/layout/IconVerticalSolidList"/>
    <dgm:cxn modelId="{88B51C3F-5421-4CE5-A4BB-F7128D37B03A}" type="presParOf" srcId="{5C1ABF16-FBF6-44C4-84F3-ECBA9ACE3B05}" destId="{1E407ECB-BD1C-45BB-9C84-AFC71959FF6A}" srcOrd="6" destOrd="0" presId="urn:microsoft.com/office/officeart/2018/2/layout/IconVerticalSolidList"/>
    <dgm:cxn modelId="{E0F5D946-FEBC-4DE3-A120-41D1A8FB2805}" type="presParOf" srcId="{1E407ECB-BD1C-45BB-9C84-AFC71959FF6A}" destId="{EBC477E2-AE37-41B4-93AF-BDAC7DE6ED70}" srcOrd="0" destOrd="0" presId="urn:microsoft.com/office/officeart/2018/2/layout/IconVerticalSolidList"/>
    <dgm:cxn modelId="{F122BA37-F256-4005-BCE9-D0E672453028}" type="presParOf" srcId="{1E407ECB-BD1C-45BB-9C84-AFC71959FF6A}" destId="{03A0FF0B-1775-4684-B0EE-621F376C96F3}" srcOrd="1" destOrd="0" presId="urn:microsoft.com/office/officeart/2018/2/layout/IconVerticalSolidList"/>
    <dgm:cxn modelId="{8A7DD510-D4F1-4592-902A-0B86D3FF4D55}" type="presParOf" srcId="{1E407ECB-BD1C-45BB-9C84-AFC71959FF6A}" destId="{53312A55-0EC9-4B1C-AACD-A61D08F69515}" srcOrd="2" destOrd="0" presId="urn:microsoft.com/office/officeart/2018/2/layout/IconVerticalSolidList"/>
    <dgm:cxn modelId="{0CFE947C-FBCA-4041-90BC-F18193D8230B}" type="presParOf" srcId="{1E407ECB-BD1C-45BB-9C84-AFC71959FF6A}" destId="{B74FBB83-222B-42CB-9AF2-2398BC4DBE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E9E9CAD-AA89-49C7-8323-D2D334C6CE1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E4DDC2-F342-40F6-8674-68A6528214DC}">
      <dgm:prSet/>
      <dgm:spPr/>
      <dgm:t>
        <a:bodyPr/>
        <a:lstStyle/>
        <a:p>
          <a:r>
            <a:rPr lang="en-US"/>
            <a:t>- Customer</a:t>
          </a:r>
        </a:p>
      </dgm:t>
    </dgm:pt>
    <dgm:pt modelId="{E6E1E3DA-FFC7-42A6-A27A-2EC54A1F5F52}" type="parTrans" cxnId="{42AB3E5F-BB4C-4096-81D4-728DB5A92E54}">
      <dgm:prSet/>
      <dgm:spPr/>
      <dgm:t>
        <a:bodyPr/>
        <a:lstStyle/>
        <a:p>
          <a:endParaRPr lang="en-US"/>
        </a:p>
      </dgm:t>
    </dgm:pt>
    <dgm:pt modelId="{56A137E7-FA6C-4877-A932-A71FA9FE0724}" type="sibTrans" cxnId="{42AB3E5F-BB4C-4096-81D4-728DB5A92E54}">
      <dgm:prSet/>
      <dgm:spPr/>
      <dgm:t>
        <a:bodyPr/>
        <a:lstStyle/>
        <a:p>
          <a:endParaRPr lang="en-US"/>
        </a:p>
      </dgm:t>
    </dgm:pt>
    <dgm:pt modelId="{871F800E-38A9-47A6-AB27-7CFA75B1805A}">
      <dgm:prSet/>
      <dgm:spPr/>
      <dgm:t>
        <a:bodyPr/>
        <a:lstStyle/>
        <a:p>
          <a:r>
            <a:rPr lang="en-US"/>
            <a:t>- Restaurant</a:t>
          </a:r>
        </a:p>
      </dgm:t>
    </dgm:pt>
    <dgm:pt modelId="{BBD2EA75-09DB-4BB5-842F-86BC8183480C}" type="parTrans" cxnId="{3D36D650-8549-48B1-927A-38E59297CBFA}">
      <dgm:prSet/>
      <dgm:spPr/>
      <dgm:t>
        <a:bodyPr/>
        <a:lstStyle/>
        <a:p>
          <a:endParaRPr lang="en-US"/>
        </a:p>
      </dgm:t>
    </dgm:pt>
    <dgm:pt modelId="{D16DC4E0-9D95-4C68-B378-200738D07027}" type="sibTrans" cxnId="{3D36D650-8549-48B1-927A-38E59297CBFA}">
      <dgm:prSet/>
      <dgm:spPr/>
      <dgm:t>
        <a:bodyPr/>
        <a:lstStyle/>
        <a:p>
          <a:endParaRPr lang="en-US"/>
        </a:p>
      </dgm:t>
    </dgm:pt>
    <dgm:pt modelId="{568FD5E3-D776-4C3C-9914-7A92C55A2AE1}">
      <dgm:prSet/>
      <dgm:spPr/>
      <dgm:t>
        <a:bodyPr/>
        <a:lstStyle/>
        <a:p>
          <a:r>
            <a:rPr lang="en-US"/>
            <a:t>- Menu Item</a:t>
          </a:r>
        </a:p>
      </dgm:t>
    </dgm:pt>
    <dgm:pt modelId="{D46AC409-6D05-466E-9C17-D80D9528ACAC}" type="parTrans" cxnId="{CFC351F2-5392-44D1-A984-B62DBE28396F}">
      <dgm:prSet/>
      <dgm:spPr/>
      <dgm:t>
        <a:bodyPr/>
        <a:lstStyle/>
        <a:p>
          <a:endParaRPr lang="en-US"/>
        </a:p>
      </dgm:t>
    </dgm:pt>
    <dgm:pt modelId="{E3F6A6D7-BE0C-4AA8-862E-AB4107DC5B94}" type="sibTrans" cxnId="{CFC351F2-5392-44D1-A984-B62DBE28396F}">
      <dgm:prSet/>
      <dgm:spPr/>
      <dgm:t>
        <a:bodyPr/>
        <a:lstStyle/>
        <a:p>
          <a:endParaRPr lang="en-US"/>
        </a:p>
      </dgm:t>
    </dgm:pt>
    <dgm:pt modelId="{61675188-D872-480E-A4C4-697F951A7944}">
      <dgm:prSet/>
      <dgm:spPr/>
      <dgm:t>
        <a:bodyPr/>
        <a:lstStyle/>
        <a:p>
          <a:r>
            <a:rPr lang="en-US"/>
            <a:t>- Order</a:t>
          </a:r>
        </a:p>
      </dgm:t>
    </dgm:pt>
    <dgm:pt modelId="{3D5DCF42-B731-4F50-AF08-810740189178}" type="parTrans" cxnId="{C34B7AF5-4468-4FBE-9544-0AD49B1D0743}">
      <dgm:prSet/>
      <dgm:spPr/>
      <dgm:t>
        <a:bodyPr/>
        <a:lstStyle/>
        <a:p>
          <a:endParaRPr lang="en-US"/>
        </a:p>
      </dgm:t>
    </dgm:pt>
    <dgm:pt modelId="{3DEB5FE1-3339-44B3-9225-A431218AF761}" type="sibTrans" cxnId="{C34B7AF5-4468-4FBE-9544-0AD49B1D0743}">
      <dgm:prSet/>
      <dgm:spPr/>
      <dgm:t>
        <a:bodyPr/>
        <a:lstStyle/>
        <a:p>
          <a:endParaRPr lang="en-US"/>
        </a:p>
      </dgm:t>
    </dgm:pt>
    <dgm:pt modelId="{B6EF8867-DA57-4DCC-BC47-020A6DF2D602}">
      <dgm:prSet/>
      <dgm:spPr/>
      <dgm:t>
        <a:bodyPr/>
        <a:lstStyle/>
        <a:p>
          <a:r>
            <a:rPr lang="en-US"/>
            <a:t>- Payment</a:t>
          </a:r>
        </a:p>
      </dgm:t>
    </dgm:pt>
    <dgm:pt modelId="{7888B1F2-FCB5-4282-BC03-74167B37E6DA}" type="parTrans" cxnId="{7D139F41-4545-414D-BB00-7A4B9D902FA0}">
      <dgm:prSet/>
      <dgm:spPr/>
      <dgm:t>
        <a:bodyPr/>
        <a:lstStyle/>
        <a:p>
          <a:endParaRPr lang="en-US"/>
        </a:p>
      </dgm:t>
    </dgm:pt>
    <dgm:pt modelId="{D824DA51-F197-43BA-B698-AB7C40CD0E66}" type="sibTrans" cxnId="{7D139F41-4545-414D-BB00-7A4B9D902FA0}">
      <dgm:prSet/>
      <dgm:spPr/>
      <dgm:t>
        <a:bodyPr/>
        <a:lstStyle/>
        <a:p>
          <a:endParaRPr lang="en-US"/>
        </a:p>
      </dgm:t>
    </dgm:pt>
    <dgm:pt modelId="{EA369C9A-BF62-4516-A0C8-F2535DE66677}">
      <dgm:prSet/>
      <dgm:spPr/>
      <dgm:t>
        <a:bodyPr/>
        <a:lstStyle/>
        <a:p>
          <a:r>
            <a:rPr lang="en-US"/>
            <a:t>- Delivery Rider</a:t>
          </a:r>
        </a:p>
      </dgm:t>
    </dgm:pt>
    <dgm:pt modelId="{19573793-6BC4-409F-AB84-F3D0F5657FD9}" type="parTrans" cxnId="{36666D52-24FF-45CE-847C-895183D16203}">
      <dgm:prSet/>
      <dgm:spPr/>
      <dgm:t>
        <a:bodyPr/>
        <a:lstStyle/>
        <a:p>
          <a:endParaRPr lang="en-US"/>
        </a:p>
      </dgm:t>
    </dgm:pt>
    <dgm:pt modelId="{0672492D-89AA-4E86-86D5-D0A4983D22C0}" type="sibTrans" cxnId="{36666D52-24FF-45CE-847C-895183D16203}">
      <dgm:prSet/>
      <dgm:spPr/>
      <dgm:t>
        <a:bodyPr/>
        <a:lstStyle/>
        <a:p>
          <a:endParaRPr lang="en-US"/>
        </a:p>
      </dgm:t>
    </dgm:pt>
    <dgm:pt modelId="{945EE1F1-EAAE-4DE4-95A3-1050A5A5A9D1}">
      <dgm:prSet/>
      <dgm:spPr/>
      <dgm:t>
        <a:bodyPr/>
        <a:lstStyle/>
        <a:p>
          <a:r>
            <a:rPr lang="en-US"/>
            <a:t>- Review</a:t>
          </a:r>
        </a:p>
      </dgm:t>
    </dgm:pt>
    <dgm:pt modelId="{32567AA8-D52C-4E48-A006-B5FF81E69237}" type="parTrans" cxnId="{9B8232E2-C506-4195-8EED-09A2E218606A}">
      <dgm:prSet/>
      <dgm:spPr/>
      <dgm:t>
        <a:bodyPr/>
        <a:lstStyle/>
        <a:p>
          <a:endParaRPr lang="en-US"/>
        </a:p>
      </dgm:t>
    </dgm:pt>
    <dgm:pt modelId="{C4EEBC96-7D35-4535-84A9-714A85C2263A}" type="sibTrans" cxnId="{9B8232E2-C506-4195-8EED-09A2E218606A}">
      <dgm:prSet/>
      <dgm:spPr/>
      <dgm:t>
        <a:bodyPr/>
        <a:lstStyle/>
        <a:p>
          <a:endParaRPr lang="en-US"/>
        </a:p>
      </dgm:t>
    </dgm:pt>
    <dgm:pt modelId="{13539782-C9B1-4CDB-B0BB-32CA13522B30}" type="pres">
      <dgm:prSet presAssocID="{9E9E9CAD-AA89-49C7-8323-D2D334C6CE1E}" presName="vert0" presStyleCnt="0">
        <dgm:presLayoutVars>
          <dgm:dir/>
          <dgm:animOne val="branch"/>
          <dgm:animLvl val="lvl"/>
        </dgm:presLayoutVars>
      </dgm:prSet>
      <dgm:spPr/>
    </dgm:pt>
    <dgm:pt modelId="{CA87E902-BA0E-40E1-824E-1A249F225093}" type="pres">
      <dgm:prSet presAssocID="{41E4DDC2-F342-40F6-8674-68A6528214DC}" presName="thickLine" presStyleLbl="alignNode1" presStyleIdx="0" presStyleCnt="7"/>
      <dgm:spPr/>
    </dgm:pt>
    <dgm:pt modelId="{1C01F196-0EF6-4DDB-88A6-688D7ED27980}" type="pres">
      <dgm:prSet presAssocID="{41E4DDC2-F342-40F6-8674-68A6528214DC}" presName="horz1" presStyleCnt="0"/>
      <dgm:spPr/>
    </dgm:pt>
    <dgm:pt modelId="{87537838-3F5A-4186-8FB9-74EE75381A2A}" type="pres">
      <dgm:prSet presAssocID="{41E4DDC2-F342-40F6-8674-68A6528214DC}" presName="tx1" presStyleLbl="revTx" presStyleIdx="0" presStyleCnt="7"/>
      <dgm:spPr/>
    </dgm:pt>
    <dgm:pt modelId="{4CD6B29A-1852-42A6-BCCB-51B9B0BD5A7F}" type="pres">
      <dgm:prSet presAssocID="{41E4DDC2-F342-40F6-8674-68A6528214DC}" presName="vert1" presStyleCnt="0"/>
      <dgm:spPr/>
    </dgm:pt>
    <dgm:pt modelId="{6E7AEA39-B848-4EDA-9C31-DFEA5A4494AE}" type="pres">
      <dgm:prSet presAssocID="{871F800E-38A9-47A6-AB27-7CFA75B1805A}" presName="thickLine" presStyleLbl="alignNode1" presStyleIdx="1" presStyleCnt="7"/>
      <dgm:spPr/>
    </dgm:pt>
    <dgm:pt modelId="{9DE950D9-24E5-468A-9F05-A41A75CC7840}" type="pres">
      <dgm:prSet presAssocID="{871F800E-38A9-47A6-AB27-7CFA75B1805A}" presName="horz1" presStyleCnt="0"/>
      <dgm:spPr/>
    </dgm:pt>
    <dgm:pt modelId="{8A250BA2-E95D-4385-A481-563BB6338EA3}" type="pres">
      <dgm:prSet presAssocID="{871F800E-38A9-47A6-AB27-7CFA75B1805A}" presName="tx1" presStyleLbl="revTx" presStyleIdx="1" presStyleCnt="7"/>
      <dgm:spPr/>
    </dgm:pt>
    <dgm:pt modelId="{8C2B536F-CCE6-4BAA-9C4F-531E290F3922}" type="pres">
      <dgm:prSet presAssocID="{871F800E-38A9-47A6-AB27-7CFA75B1805A}" presName="vert1" presStyleCnt="0"/>
      <dgm:spPr/>
    </dgm:pt>
    <dgm:pt modelId="{0076797E-650D-416B-96E0-92A907D45269}" type="pres">
      <dgm:prSet presAssocID="{568FD5E3-D776-4C3C-9914-7A92C55A2AE1}" presName="thickLine" presStyleLbl="alignNode1" presStyleIdx="2" presStyleCnt="7"/>
      <dgm:spPr/>
    </dgm:pt>
    <dgm:pt modelId="{9B8FF18C-E2CB-4115-9FEB-3D3EA741E56D}" type="pres">
      <dgm:prSet presAssocID="{568FD5E3-D776-4C3C-9914-7A92C55A2AE1}" presName="horz1" presStyleCnt="0"/>
      <dgm:spPr/>
    </dgm:pt>
    <dgm:pt modelId="{40A4C9D7-B876-4C58-A10C-25E23ADFA2A7}" type="pres">
      <dgm:prSet presAssocID="{568FD5E3-D776-4C3C-9914-7A92C55A2AE1}" presName="tx1" presStyleLbl="revTx" presStyleIdx="2" presStyleCnt="7"/>
      <dgm:spPr/>
    </dgm:pt>
    <dgm:pt modelId="{A9864D94-9468-466B-921F-78E78A0D3346}" type="pres">
      <dgm:prSet presAssocID="{568FD5E3-D776-4C3C-9914-7A92C55A2AE1}" presName="vert1" presStyleCnt="0"/>
      <dgm:spPr/>
    </dgm:pt>
    <dgm:pt modelId="{2600D000-8474-432E-BFD7-A4EE1020976E}" type="pres">
      <dgm:prSet presAssocID="{61675188-D872-480E-A4C4-697F951A7944}" presName="thickLine" presStyleLbl="alignNode1" presStyleIdx="3" presStyleCnt="7"/>
      <dgm:spPr/>
    </dgm:pt>
    <dgm:pt modelId="{6FF82FFE-31DD-421B-92FD-314D1CD66DD2}" type="pres">
      <dgm:prSet presAssocID="{61675188-D872-480E-A4C4-697F951A7944}" presName="horz1" presStyleCnt="0"/>
      <dgm:spPr/>
    </dgm:pt>
    <dgm:pt modelId="{8F6DA54A-B8F4-47E1-9F73-ED995441B05C}" type="pres">
      <dgm:prSet presAssocID="{61675188-D872-480E-A4C4-697F951A7944}" presName="tx1" presStyleLbl="revTx" presStyleIdx="3" presStyleCnt="7"/>
      <dgm:spPr/>
    </dgm:pt>
    <dgm:pt modelId="{9FFD1866-9D68-45E9-8091-D97385098A14}" type="pres">
      <dgm:prSet presAssocID="{61675188-D872-480E-A4C4-697F951A7944}" presName="vert1" presStyleCnt="0"/>
      <dgm:spPr/>
    </dgm:pt>
    <dgm:pt modelId="{7B3321DD-C51C-43CF-BBFF-5D778D713DF5}" type="pres">
      <dgm:prSet presAssocID="{B6EF8867-DA57-4DCC-BC47-020A6DF2D602}" presName="thickLine" presStyleLbl="alignNode1" presStyleIdx="4" presStyleCnt="7"/>
      <dgm:spPr/>
    </dgm:pt>
    <dgm:pt modelId="{81B63887-513A-4DD9-B6B9-3C1CAC865AC8}" type="pres">
      <dgm:prSet presAssocID="{B6EF8867-DA57-4DCC-BC47-020A6DF2D602}" presName="horz1" presStyleCnt="0"/>
      <dgm:spPr/>
    </dgm:pt>
    <dgm:pt modelId="{81507B24-FACF-467B-A677-5F87F853CE95}" type="pres">
      <dgm:prSet presAssocID="{B6EF8867-DA57-4DCC-BC47-020A6DF2D602}" presName="tx1" presStyleLbl="revTx" presStyleIdx="4" presStyleCnt="7"/>
      <dgm:spPr/>
    </dgm:pt>
    <dgm:pt modelId="{E52F3D61-1D10-43C8-9360-79E7653D18E8}" type="pres">
      <dgm:prSet presAssocID="{B6EF8867-DA57-4DCC-BC47-020A6DF2D602}" presName="vert1" presStyleCnt="0"/>
      <dgm:spPr/>
    </dgm:pt>
    <dgm:pt modelId="{510DF667-231A-41A9-BC01-1DCFC54E8B57}" type="pres">
      <dgm:prSet presAssocID="{EA369C9A-BF62-4516-A0C8-F2535DE66677}" presName="thickLine" presStyleLbl="alignNode1" presStyleIdx="5" presStyleCnt="7"/>
      <dgm:spPr/>
    </dgm:pt>
    <dgm:pt modelId="{1A921471-21F8-458F-B825-3FA2ACFCA213}" type="pres">
      <dgm:prSet presAssocID="{EA369C9A-BF62-4516-A0C8-F2535DE66677}" presName="horz1" presStyleCnt="0"/>
      <dgm:spPr/>
    </dgm:pt>
    <dgm:pt modelId="{8B4F654D-665E-4A72-B35B-72C6D347376C}" type="pres">
      <dgm:prSet presAssocID="{EA369C9A-BF62-4516-A0C8-F2535DE66677}" presName="tx1" presStyleLbl="revTx" presStyleIdx="5" presStyleCnt="7"/>
      <dgm:spPr/>
    </dgm:pt>
    <dgm:pt modelId="{E5242663-5F00-47C9-BE62-D384FED0EAE5}" type="pres">
      <dgm:prSet presAssocID="{EA369C9A-BF62-4516-A0C8-F2535DE66677}" presName="vert1" presStyleCnt="0"/>
      <dgm:spPr/>
    </dgm:pt>
    <dgm:pt modelId="{0364FB01-89A2-4D85-A624-52BB07677729}" type="pres">
      <dgm:prSet presAssocID="{945EE1F1-EAAE-4DE4-95A3-1050A5A5A9D1}" presName="thickLine" presStyleLbl="alignNode1" presStyleIdx="6" presStyleCnt="7"/>
      <dgm:spPr/>
    </dgm:pt>
    <dgm:pt modelId="{3F404821-EF47-403E-BBDB-2D576F234FAD}" type="pres">
      <dgm:prSet presAssocID="{945EE1F1-EAAE-4DE4-95A3-1050A5A5A9D1}" presName="horz1" presStyleCnt="0"/>
      <dgm:spPr/>
    </dgm:pt>
    <dgm:pt modelId="{4AF85B19-C37F-4FD0-A263-D8A1C13CA074}" type="pres">
      <dgm:prSet presAssocID="{945EE1F1-EAAE-4DE4-95A3-1050A5A5A9D1}" presName="tx1" presStyleLbl="revTx" presStyleIdx="6" presStyleCnt="7"/>
      <dgm:spPr/>
    </dgm:pt>
    <dgm:pt modelId="{A2E5AD79-172F-4641-BAC1-CE2C0D2E9AE1}" type="pres">
      <dgm:prSet presAssocID="{945EE1F1-EAAE-4DE4-95A3-1050A5A5A9D1}" presName="vert1" presStyleCnt="0"/>
      <dgm:spPr/>
    </dgm:pt>
  </dgm:ptLst>
  <dgm:cxnLst>
    <dgm:cxn modelId="{B276C036-E6B2-4337-B7B7-D5D2E6FD9E28}" type="presOf" srcId="{871F800E-38A9-47A6-AB27-7CFA75B1805A}" destId="{8A250BA2-E95D-4385-A481-563BB6338EA3}" srcOrd="0" destOrd="0" presId="urn:microsoft.com/office/officeart/2008/layout/LinedList"/>
    <dgm:cxn modelId="{6EFCCC36-CC3C-4F45-93BF-9A31678EBF74}" type="presOf" srcId="{945EE1F1-EAAE-4DE4-95A3-1050A5A5A9D1}" destId="{4AF85B19-C37F-4FD0-A263-D8A1C13CA074}" srcOrd="0" destOrd="0" presId="urn:microsoft.com/office/officeart/2008/layout/LinedList"/>
    <dgm:cxn modelId="{42AB3E5F-BB4C-4096-81D4-728DB5A92E54}" srcId="{9E9E9CAD-AA89-49C7-8323-D2D334C6CE1E}" destId="{41E4DDC2-F342-40F6-8674-68A6528214DC}" srcOrd="0" destOrd="0" parTransId="{E6E1E3DA-FFC7-42A6-A27A-2EC54A1F5F52}" sibTransId="{56A137E7-FA6C-4877-A932-A71FA9FE0724}"/>
    <dgm:cxn modelId="{7D139F41-4545-414D-BB00-7A4B9D902FA0}" srcId="{9E9E9CAD-AA89-49C7-8323-D2D334C6CE1E}" destId="{B6EF8867-DA57-4DCC-BC47-020A6DF2D602}" srcOrd="4" destOrd="0" parTransId="{7888B1F2-FCB5-4282-BC03-74167B37E6DA}" sibTransId="{D824DA51-F197-43BA-B698-AB7C40CD0E66}"/>
    <dgm:cxn modelId="{3D36D650-8549-48B1-927A-38E59297CBFA}" srcId="{9E9E9CAD-AA89-49C7-8323-D2D334C6CE1E}" destId="{871F800E-38A9-47A6-AB27-7CFA75B1805A}" srcOrd="1" destOrd="0" parTransId="{BBD2EA75-09DB-4BB5-842F-86BC8183480C}" sibTransId="{D16DC4E0-9D95-4C68-B378-200738D07027}"/>
    <dgm:cxn modelId="{36666D52-24FF-45CE-847C-895183D16203}" srcId="{9E9E9CAD-AA89-49C7-8323-D2D334C6CE1E}" destId="{EA369C9A-BF62-4516-A0C8-F2535DE66677}" srcOrd="5" destOrd="0" parTransId="{19573793-6BC4-409F-AB84-F3D0F5657FD9}" sibTransId="{0672492D-89AA-4E86-86D5-D0A4983D22C0}"/>
    <dgm:cxn modelId="{B89EB97C-025F-4A77-BFB8-AFF2D66625DB}" type="presOf" srcId="{61675188-D872-480E-A4C4-697F951A7944}" destId="{8F6DA54A-B8F4-47E1-9F73-ED995441B05C}" srcOrd="0" destOrd="0" presId="urn:microsoft.com/office/officeart/2008/layout/LinedList"/>
    <dgm:cxn modelId="{683BCF86-E163-444C-87D8-7C1611C39D46}" type="presOf" srcId="{EA369C9A-BF62-4516-A0C8-F2535DE66677}" destId="{8B4F654D-665E-4A72-B35B-72C6D347376C}" srcOrd="0" destOrd="0" presId="urn:microsoft.com/office/officeart/2008/layout/LinedList"/>
    <dgm:cxn modelId="{05B8BA91-5B06-4B8F-9FA8-80B4370D1549}" type="presOf" srcId="{41E4DDC2-F342-40F6-8674-68A6528214DC}" destId="{87537838-3F5A-4186-8FB9-74EE75381A2A}" srcOrd="0" destOrd="0" presId="urn:microsoft.com/office/officeart/2008/layout/LinedList"/>
    <dgm:cxn modelId="{A9BEAB92-5B95-4B43-B447-0BAE39530A80}" type="presOf" srcId="{9E9E9CAD-AA89-49C7-8323-D2D334C6CE1E}" destId="{13539782-C9B1-4CDB-B0BB-32CA13522B30}" srcOrd="0" destOrd="0" presId="urn:microsoft.com/office/officeart/2008/layout/LinedList"/>
    <dgm:cxn modelId="{E35C9FC2-AC4F-4CB2-9BBE-E392D2B62FF5}" type="presOf" srcId="{568FD5E3-D776-4C3C-9914-7A92C55A2AE1}" destId="{40A4C9D7-B876-4C58-A10C-25E23ADFA2A7}" srcOrd="0" destOrd="0" presId="urn:microsoft.com/office/officeart/2008/layout/LinedList"/>
    <dgm:cxn modelId="{9B8232E2-C506-4195-8EED-09A2E218606A}" srcId="{9E9E9CAD-AA89-49C7-8323-D2D334C6CE1E}" destId="{945EE1F1-EAAE-4DE4-95A3-1050A5A5A9D1}" srcOrd="6" destOrd="0" parTransId="{32567AA8-D52C-4E48-A006-B5FF81E69237}" sibTransId="{C4EEBC96-7D35-4535-84A9-714A85C2263A}"/>
    <dgm:cxn modelId="{CFC351F2-5392-44D1-A984-B62DBE28396F}" srcId="{9E9E9CAD-AA89-49C7-8323-D2D334C6CE1E}" destId="{568FD5E3-D776-4C3C-9914-7A92C55A2AE1}" srcOrd="2" destOrd="0" parTransId="{D46AC409-6D05-466E-9C17-D80D9528ACAC}" sibTransId="{E3F6A6D7-BE0C-4AA8-862E-AB4107DC5B94}"/>
    <dgm:cxn modelId="{C34B7AF5-4468-4FBE-9544-0AD49B1D0743}" srcId="{9E9E9CAD-AA89-49C7-8323-D2D334C6CE1E}" destId="{61675188-D872-480E-A4C4-697F951A7944}" srcOrd="3" destOrd="0" parTransId="{3D5DCF42-B731-4F50-AF08-810740189178}" sibTransId="{3DEB5FE1-3339-44B3-9225-A431218AF761}"/>
    <dgm:cxn modelId="{7C620FFD-AA40-4A21-B075-8A1AFABE6D27}" type="presOf" srcId="{B6EF8867-DA57-4DCC-BC47-020A6DF2D602}" destId="{81507B24-FACF-467B-A677-5F87F853CE95}" srcOrd="0" destOrd="0" presId="urn:microsoft.com/office/officeart/2008/layout/LinedList"/>
    <dgm:cxn modelId="{BE28CEDB-9ED2-4CAD-97D1-AE561BBBF94E}" type="presParOf" srcId="{13539782-C9B1-4CDB-B0BB-32CA13522B30}" destId="{CA87E902-BA0E-40E1-824E-1A249F225093}" srcOrd="0" destOrd="0" presId="urn:microsoft.com/office/officeart/2008/layout/LinedList"/>
    <dgm:cxn modelId="{D3861317-9ED9-486C-A144-4DA61762C91B}" type="presParOf" srcId="{13539782-C9B1-4CDB-B0BB-32CA13522B30}" destId="{1C01F196-0EF6-4DDB-88A6-688D7ED27980}" srcOrd="1" destOrd="0" presId="urn:microsoft.com/office/officeart/2008/layout/LinedList"/>
    <dgm:cxn modelId="{B3C9C125-68B8-4EAD-BF0E-5D9578447862}" type="presParOf" srcId="{1C01F196-0EF6-4DDB-88A6-688D7ED27980}" destId="{87537838-3F5A-4186-8FB9-74EE75381A2A}" srcOrd="0" destOrd="0" presId="urn:microsoft.com/office/officeart/2008/layout/LinedList"/>
    <dgm:cxn modelId="{5ADCF818-C8FC-4EEF-B3F9-A3F05A726D9C}" type="presParOf" srcId="{1C01F196-0EF6-4DDB-88A6-688D7ED27980}" destId="{4CD6B29A-1852-42A6-BCCB-51B9B0BD5A7F}" srcOrd="1" destOrd="0" presId="urn:microsoft.com/office/officeart/2008/layout/LinedList"/>
    <dgm:cxn modelId="{A04E89DC-7FDD-4EE0-9B7A-6FA87C61A3EE}" type="presParOf" srcId="{13539782-C9B1-4CDB-B0BB-32CA13522B30}" destId="{6E7AEA39-B848-4EDA-9C31-DFEA5A4494AE}" srcOrd="2" destOrd="0" presId="urn:microsoft.com/office/officeart/2008/layout/LinedList"/>
    <dgm:cxn modelId="{36223240-D68D-487C-903C-B35014FD91E7}" type="presParOf" srcId="{13539782-C9B1-4CDB-B0BB-32CA13522B30}" destId="{9DE950D9-24E5-468A-9F05-A41A75CC7840}" srcOrd="3" destOrd="0" presId="urn:microsoft.com/office/officeart/2008/layout/LinedList"/>
    <dgm:cxn modelId="{11E6A14F-382E-44FD-9D65-ABE9DF189239}" type="presParOf" srcId="{9DE950D9-24E5-468A-9F05-A41A75CC7840}" destId="{8A250BA2-E95D-4385-A481-563BB6338EA3}" srcOrd="0" destOrd="0" presId="urn:microsoft.com/office/officeart/2008/layout/LinedList"/>
    <dgm:cxn modelId="{021B8FF4-4CCD-4E17-8D51-7C0171C0CFD7}" type="presParOf" srcId="{9DE950D9-24E5-468A-9F05-A41A75CC7840}" destId="{8C2B536F-CCE6-4BAA-9C4F-531E290F3922}" srcOrd="1" destOrd="0" presId="urn:microsoft.com/office/officeart/2008/layout/LinedList"/>
    <dgm:cxn modelId="{85A25A27-BA32-427B-966C-091A25B516B6}" type="presParOf" srcId="{13539782-C9B1-4CDB-B0BB-32CA13522B30}" destId="{0076797E-650D-416B-96E0-92A907D45269}" srcOrd="4" destOrd="0" presId="urn:microsoft.com/office/officeart/2008/layout/LinedList"/>
    <dgm:cxn modelId="{9E7D6EC3-3887-4533-8949-8D2F3E743591}" type="presParOf" srcId="{13539782-C9B1-4CDB-B0BB-32CA13522B30}" destId="{9B8FF18C-E2CB-4115-9FEB-3D3EA741E56D}" srcOrd="5" destOrd="0" presId="urn:microsoft.com/office/officeart/2008/layout/LinedList"/>
    <dgm:cxn modelId="{010CBC7A-9C6A-4E49-A05B-71B7699E6052}" type="presParOf" srcId="{9B8FF18C-E2CB-4115-9FEB-3D3EA741E56D}" destId="{40A4C9D7-B876-4C58-A10C-25E23ADFA2A7}" srcOrd="0" destOrd="0" presId="urn:microsoft.com/office/officeart/2008/layout/LinedList"/>
    <dgm:cxn modelId="{A21EBC89-B38A-4583-B086-BACDAE5B09DE}" type="presParOf" srcId="{9B8FF18C-E2CB-4115-9FEB-3D3EA741E56D}" destId="{A9864D94-9468-466B-921F-78E78A0D3346}" srcOrd="1" destOrd="0" presId="urn:microsoft.com/office/officeart/2008/layout/LinedList"/>
    <dgm:cxn modelId="{7119C0EE-F0E2-4B59-AD55-71452676DA69}" type="presParOf" srcId="{13539782-C9B1-4CDB-B0BB-32CA13522B30}" destId="{2600D000-8474-432E-BFD7-A4EE1020976E}" srcOrd="6" destOrd="0" presId="urn:microsoft.com/office/officeart/2008/layout/LinedList"/>
    <dgm:cxn modelId="{8A4EC173-3ED1-4C54-859A-4F646A994A36}" type="presParOf" srcId="{13539782-C9B1-4CDB-B0BB-32CA13522B30}" destId="{6FF82FFE-31DD-421B-92FD-314D1CD66DD2}" srcOrd="7" destOrd="0" presId="urn:microsoft.com/office/officeart/2008/layout/LinedList"/>
    <dgm:cxn modelId="{82A8D390-DD9E-4EA5-83E0-060D6863E510}" type="presParOf" srcId="{6FF82FFE-31DD-421B-92FD-314D1CD66DD2}" destId="{8F6DA54A-B8F4-47E1-9F73-ED995441B05C}" srcOrd="0" destOrd="0" presId="urn:microsoft.com/office/officeart/2008/layout/LinedList"/>
    <dgm:cxn modelId="{D6F0272B-02E9-4F96-9ABB-F51CC3005273}" type="presParOf" srcId="{6FF82FFE-31DD-421B-92FD-314D1CD66DD2}" destId="{9FFD1866-9D68-45E9-8091-D97385098A14}" srcOrd="1" destOrd="0" presId="urn:microsoft.com/office/officeart/2008/layout/LinedList"/>
    <dgm:cxn modelId="{A148A467-F618-4244-83E2-8D7827E4FE77}" type="presParOf" srcId="{13539782-C9B1-4CDB-B0BB-32CA13522B30}" destId="{7B3321DD-C51C-43CF-BBFF-5D778D713DF5}" srcOrd="8" destOrd="0" presId="urn:microsoft.com/office/officeart/2008/layout/LinedList"/>
    <dgm:cxn modelId="{888D983D-D4DA-40B7-8BAE-222082495C09}" type="presParOf" srcId="{13539782-C9B1-4CDB-B0BB-32CA13522B30}" destId="{81B63887-513A-4DD9-B6B9-3C1CAC865AC8}" srcOrd="9" destOrd="0" presId="urn:microsoft.com/office/officeart/2008/layout/LinedList"/>
    <dgm:cxn modelId="{270420A6-A3C6-45C1-8CEA-D982618F8C59}" type="presParOf" srcId="{81B63887-513A-4DD9-B6B9-3C1CAC865AC8}" destId="{81507B24-FACF-467B-A677-5F87F853CE95}" srcOrd="0" destOrd="0" presId="urn:microsoft.com/office/officeart/2008/layout/LinedList"/>
    <dgm:cxn modelId="{E3D1ACB5-9B72-46B7-B23C-1181673C6F93}" type="presParOf" srcId="{81B63887-513A-4DD9-B6B9-3C1CAC865AC8}" destId="{E52F3D61-1D10-43C8-9360-79E7653D18E8}" srcOrd="1" destOrd="0" presId="urn:microsoft.com/office/officeart/2008/layout/LinedList"/>
    <dgm:cxn modelId="{C1BD44A3-6067-4DFC-ACA6-4A628C9C28DD}" type="presParOf" srcId="{13539782-C9B1-4CDB-B0BB-32CA13522B30}" destId="{510DF667-231A-41A9-BC01-1DCFC54E8B57}" srcOrd="10" destOrd="0" presId="urn:microsoft.com/office/officeart/2008/layout/LinedList"/>
    <dgm:cxn modelId="{9FD2FDF4-631B-4AD2-992C-01A9F8333FFF}" type="presParOf" srcId="{13539782-C9B1-4CDB-B0BB-32CA13522B30}" destId="{1A921471-21F8-458F-B825-3FA2ACFCA213}" srcOrd="11" destOrd="0" presId="urn:microsoft.com/office/officeart/2008/layout/LinedList"/>
    <dgm:cxn modelId="{786DA087-91C6-46BE-A247-BA8779E34A5A}" type="presParOf" srcId="{1A921471-21F8-458F-B825-3FA2ACFCA213}" destId="{8B4F654D-665E-4A72-B35B-72C6D347376C}" srcOrd="0" destOrd="0" presId="urn:microsoft.com/office/officeart/2008/layout/LinedList"/>
    <dgm:cxn modelId="{D40F161E-0B0A-456E-B4FC-FCA906DFFFE8}" type="presParOf" srcId="{1A921471-21F8-458F-B825-3FA2ACFCA213}" destId="{E5242663-5F00-47C9-BE62-D384FED0EAE5}" srcOrd="1" destOrd="0" presId="urn:microsoft.com/office/officeart/2008/layout/LinedList"/>
    <dgm:cxn modelId="{7F596EE8-F634-4ED9-BC85-42E3C8540864}" type="presParOf" srcId="{13539782-C9B1-4CDB-B0BB-32CA13522B30}" destId="{0364FB01-89A2-4D85-A624-52BB07677729}" srcOrd="12" destOrd="0" presId="urn:microsoft.com/office/officeart/2008/layout/LinedList"/>
    <dgm:cxn modelId="{3D8D5DC6-6210-4BF9-B71F-6D3F6EECC361}" type="presParOf" srcId="{13539782-C9B1-4CDB-B0BB-32CA13522B30}" destId="{3F404821-EF47-403E-BBDB-2D576F234FAD}" srcOrd="13" destOrd="0" presId="urn:microsoft.com/office/officeart/2008/layout/LinedList"/>
    <dgm:cxn modelId="{ACE97EDB-BFB3-41E3-BD32-010C686E105B}" type="presParOf" srcId="{3F404821-EF47-403E-BBDB-2D576F234FAD}" destId="{4AF85B19-C37F-4FD0-A263-D8A1C13CA074}" srcOrd="0" destOrd="0" presId="urn:microsoft.com/office/officeart/2008/layout/LinedList"/>
    <dgm:cxn modelId="{2F79281F-0021-4858-9DDE-8E7F9D9A827C}" type="presParOf" srcId="{3F404821-EF47-403E-BBDB-2D576F234FAD}" destId="{A2E5AD79-172F-4641-BAC1-CE2C0D2E9A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A119FB-02C4-4F1C-9840-372583E7D1B7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F53043-BD75-445E-B4DA-3ED530938BFD}">
      <dgm:prSet/>
      <dgm:spPr/>
      <dgm:t>
        <a:bodyPr/>
        <a:lstStyle/>
        <a:p>
          <a:r>
            <a:rPr lang="en-US"/>
            <a:t>Documentation – Microsoft Word</a:t>
          </a:r>
        </a:p>
      </dgm:t>
    </dgm:pt>
    <dgm:pt modelId="{9715B67C-8E6C-4C24-975A-8EC86EFBCB03}" type="parTrans" cxnId="{94481086-C775-4931-9F42-79EB4FEA61DD}">
      <dgm:prSet/>
      <dgm:spPr/>
      <dgm:t>
        <a:bodyPr/>
        <a:lstStyle/>
        <a:p>
          <a:endParaRPr lang="en-US"/>
        </a:p>
      </dgm:t>
    </dgm:pt>
    <dgm:pt modelId="{035F9234-8E36-4A29-91AB-E11E31312958}" type="sibTrans" cxnId="{94481086-C775-4931-9F42-79EB4FEA61DD}">
      <dgm:prSet/>
      <dgm:spPr/>
      <dgm:t>
        <a:bodyPr/>
        <a:lstStyle/>
        <a:p>
          <a:endParaRPr lang="en-US"/>
        </a:p>
      </dgm:t>
    </dgm:pt>
    <dgm:pt modelId="{8C08A711-13D9-4269-A324-13E3D278B924}">
      <dgm:prSet/>
      <dgm:spPr/>
      <dgm:t>
        <a:bodyPr/>
        <a:lstStyle/>
        <a:p>
          <a:r>
            <a:rPr lang="en-US"/>
            <a:t>UML Modeling – draw.io</a:t>
          </a:r>
        </a:p>
      </dgm:t>
    </dgm:pt>
    <dgm:pt modelId="{B6AF256A-00ED-45F1-ABFB-59854F19AA82}" type="parTrans" cxnId="{6B72D217-BBC1-45DB-9132-A27A973BFF42}">
      <dgm:prSet/>
      <dgm:spPr/>
      <dgm:t>
        <a:bodyPr/>
        <a:lstStyle/>
        <a:p>
          <a:endParaRPr lang="en-US"/>
        </a:p>
      </dgm:t>
    </dgm:pt>
    <dgm:pt modelId="{CBE1788D-56C5-4BC3-92F3-C2C64183745C}" type="sibTrans" cxnId="{6B72D217-BBC1-45DB-9132-A27A973BFF42}">
      <dgm:prSet/>
      <dgm:spPr/>
      <dgm:t>
        <a:bodyPr/>
        <a:lstStyle/>
        <a:p>
          <a:endParaRPr lang="en-US"/>
        </a:p>
      </dgm:t>
    </dgm:pt>
    <dgm:pt modelId="{059D667F-40F8-4B70-BD1A-BED5CCBFFE51}">
      <dgm:prSet/>
      <dgm:spPr/>
      <dgm:t>
        <a:bodyPr/>
        <a:lstStyle/>
        <a:p>
          <a:r>
            <a:rPr lang="en-US"/>
            <a:t>Prototyping – Figma</a:t>
          </a:r>
        </a:p>
      </dgm:t>
    </dgm:pt>
    <dgm:pt modelId="{B5A20C7B-5042-41B4-BEFA-177F395B5DD2}" type="parTrans" cxnId="{9AD30B3A-D9CC-488D-B405-272A0FEBEA46}">
      <dgm:prSet/>
      <dgm:spPr/>
      <dgm:t>
        <a:bodyPr/>
        <a:lstStyle/>
        <a:p>
          <a:endParaRPr lang="en-US"/>
        </a:p>
      </dgm:t>
    </dgm:pt>
    <dgm:pt modelId="{E1EF85A7-70FD-43E8-96AA-E103C2A5AB83}" type="sibTrans" cxnId="{9AD30B3A-D9CC-488D-B405-272A0FEBEA46}">
      <dgm:prSet/>
      <dgm:spPr/>
      <dgm:t>
        <a:bodyPr/>
        <a:lstStyle/>
        <a:p>
          <a:endParaRPr lang="en-US"/>
        </a:p>
      </dgm:t>
    </dgm:pt>
    <dgm:pt modelId="{4AC56556-3B80-445F-9172-37B55FAF9EDC}">
      <dgm:prSet/>
      <dgm:spPr/>
      <dgm:t>
        <a:bodyPr/>
        <a:lstStyle/>
        <a:p>
          <a:r>
            <a:rPr lang="en-US"/>
            <a:t>Collaboration – Google Drive</a:t>
          </a:r>
        </a:p>
      </dgm:t>
    </dgm:pt>
    <dgm:pt modelId="{BD112E49-1212-49E2-BB4A-ABFE1A18A456}" type="parTrans" cxnId="{4BA438F3-8F27-474D-B694-D44029ECFEE4}">
      <dgm:prSet/>
      <dgm:spPr/>
      <dgm:t>
        <a:bodyPr/>
        <a:lstStyle/>
        <a:p>
          <a:endParaRPr lang="en-US"/>
        </a:p>
      </dgm:t>
    </dgm:pt>
    <dgm:pt modelId="{3D7D5BB3-B486-4275-BD4C-4D18F20CA3B9}" type="sibTrans" cxnId="{4BA438F3-8F27-474D-B694-D44029ECFEE4}">
      <dgm:prSet/>
      <dgm:spPr/>
      <dgm:t>
        <a:bodyPr/>
        <a:lstStyle/>
        <a:p>
          <a:endParaRPr lang="en-US"/>
        </a:p>
      </dgm:t>
    </dgm:pt>
    <dgm:pt modelId="{E3143EA8-70FA-4A6B-BAB2-41C52FE93B31}" type="pres">
      <dgm:prSet presAssocID="{66A119FB-02C4-4F1C-9840-372583E7D1B7}" presName="matrix" presStyleCnt="0">
        <dgm:presLayoutVars>
          <dgm:chMax val="1"/>
          <dgm:dir/>
          <dgm:resizeHandles val="exact"/>
        </dgm:presLayoutVars>
      </dgm:prSet>
      <dgm:spPr/>
    </dgm:pt>
    <dgm:pt modelId="{E4D7E890-AE30-4024-81B3-08DA5E4BF4CA}" type="pres">
      <dgm:prSet presAssocID="{66A119FB-02C4-4F1C-9840-372583E7D1B7}" presName="diamond" presStyleLbl="bgShp" presStyleIdx="0" presStyleCnt="1"/>
      <dgm:spPr/>
    </dgm:pt>
    <dgm:pt modelId="{9368F930-14EC-4505-836D-B1E95C7682B7}" type="pres">
      <dgm:prSet presAssocID="{66A119FB-02C4-4F1C-9840-372583E7D1B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E43401B-45F6-4D25-929A-336BA3A3BAD6}" type="pres">
      <dgm:prSet presAssocID="{66A119FB-02C4-4F1C-9840-372583E7D1B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A3541A3-44E9-4CE3-B7D4-8079882F1570}" type="pres">
      <dgm:prSet presAssocID="{66A119FB-02C4-4F1C-9840-372583E7D1B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14E2CE-D262-4434-AB6B-7E3BA8B038CD}" type="pres">
      <dgm:prSet presAssocID="{66A119FB-02C4-4F1C-9840-372583E7D1B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72D217-BBC1-45DB-9132-A27A973BFF42}" srcId="{66A119FB-02C4-4F1C-9840-372583E7D1B7}" destId="{8C08A711-13D9-4269-A324-13E3D278B924}" srcOrd="1" destOrd="0" parTransId="{B6AF256A-00ED-45F1-ABFB-59854F19AA82}" sibTransId="{CBE1788D-56C5-4BC3-92F3-C2C64183745C}"/>
    <dgm:cxn modelId="{181F8928-5C18-4D98-A2B7-6C5E6D91EE2A}" type="presOf" srcId="{4AC56556-3B80-445F-9172-37B55FAF9EDC}" destId="{4114E2CE-D262-4434-AB6B-7E3BA8B038CD}" srcOrd="0" destOrd="0" presId="urn:microsoft.com/office/officeart/2005/8/layout/matrix3"/>
    <dgm:cxn modelId="{9AD30B3A-D9CC-488D-B405-272A0FEBEA46}" srcId="{66A119FB-02C4-4F1C-9840-372583E7D1B7}" destId="{059D667F-40F8-4B70-BD1A-BED5CCBFFE51}" srcOrd="2" destOrd="0" parTransId="{B5A20C7B-5042-41B4-BEFA-177F395B5DD2}" sibTransId="{E1EF85A7-70FD-43E8-96AA-E103C2A5AB83}"/>
    <dgm:cxn modelId="{C4076543-2D8F-4C60-B196-B4E838C7F749}" type="presOf" srcId="{66A119FB-02C4-4F1C-9840-372583E7D1B7}" destId="{E3143EA8-70FA-4A6B-BAB2-41C52FE93B31}" srcOrd="0" destOrd="0" presId="urn:microsoft.com/office/officeart/2005/8/layout/matrix3"/>
    <dgm:cxn modelId="{B4BFF06F-C683-4482-A623-B62C720AD1C8}" type="presOf" srcId="{03F53043-BD75-445E-B4DA-3ED530938BFD}" destId="{9368F930-14EC-4505-836D-B1E95C7682B7}" srcOrd="0" destOrd="0" presId="urn:microsoft.com/office/officeart/2005/8/layout/matrix3"/>
    <dgm:cxn modelId="{94481086-C775-4931-9F42-79EB4FEA61DD}" srcId="{66A119FB-02C4-4F1C-9840-372583E7D1B7}" destId="{03F53043-BD75-445E-B4DA-3ED530938BFD}" srcOrd="0" destOrd="0" parTransId="{9715B67C-8E6C-4C24-975A-8EC86EFBCB03}" sibTransId="{035F9234-8E36-4A29-91AB-E11E31312958}"/>
    <dgm:cxn modelId="{24A4F8A3-3529-4746-BC47-D33DCE2F7DEB}" type="presOf" srcId="{059D667F-40F8-4B70-BD1A-BED5CCBFFE51}" destId="{7A3541A3-44E9-4CE3-B7D4-8079882F1570}" srcOrd="0" destOrd="0" presId="urn:microsoft.com/office/officeart/2005/8/layout/matrix3"/>
    <dgm:cxn modelId="{4A7AD3A6-69F3-4C32-83DF-0C80B923EC78}" type="presOf" srcId="{8C08A711-13D9-4269-A324-13E3D278B924}" destId="{7E43401B-45F6-4D25-929A-336BA3A3BAD6}" srcOrd="0" destOrd="0" presId="urn:microsoft.com/office/officeart/2005/8/layout/matrix3"/>
    <dgm:cxn modelId="{4BA438F3-8F27-474D-B694-D44029ECFEE4}" srcId="{66A119FB-02C4-4F1C-9840-372583E7D1B7}" destId="{4AC56556-3B80-445F-9172-37B55FAF9EDC}" srcOrd="3" destOrd="0" parTransId="{BD112E49-1212-49E2-BB4A-ABFE1A18A456}" sibTransId="{3D7D5BB3-B486-4275-BD4C-4D18F20CA3B9}"/>
    <dgm:cxn modelId="{E29F0182-E1AB-4692-BC0D-8791A2060968}" type="presParOf" srcId="{E3143EA8-70FA-4A6B-BAB2-41C52FE93B31}" destId="{E4D7E890-AE30-4024-81B3-08DA5E4BF4CA}" srcOrd="0" destOrd="0" presId="urn:microsoft.com/office/officeart/2005/8/layout/matrix3"/>
    <dgm:cxn modelId="{C95E5AC5-B7AB-4C15-839A-D106440C65D7}" type="presParOf" srcId="{E3143EA8-70FA-4A6B-BAB2-41C52FE93B31}" destId="{9368F930-14EC-4505-836D-B1E95C7682B7}" srcOrd="1" destOrd="0" presId="urn:microsoft.com/office/officeart/2005/8/layout/matrix3"/>
    <dgm:cxn modelId="{EF304180-0C6E-4E09-BA15-27C72B462542}" type="presParOf" srcId="{E3143EA8-70FA-4A6B-BAB2-41C52FE93B31}" destId="{7E43401B-45F6-4D25-929A-336BA3A3BAD6}" srcOrd="2" destOrd="0" presId="urn:microsoft.com/office/officeart/2005/8/layout/matrix3"/>
    <dgm:cxn modelId="{AC11794D-6564-4408-BEC8-2E04BF5AAD82}" type="presParOf" srcId="{E3143EA8-70FA-4A6B-BAB2-41C52FE93B31}" destId="{7A3541A3-44E9-4CE3-B7D4-8079882F1570}" srcOrd="3" destOrd="0" presId="urn:microsoft.com/office/officeart/2005/8/layout/matrix3"/>
    <dgm:cxn modelId="{5E88D104-249E-44BA-B059-3390B09929F6}" type="presParOf" srcId="{E3143EA8-70FA-4A6B-BAB2-41C52FE93B31}" destId="{4114E2CE-D262-4434-AB6B-7E3BA8B038C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D208A40-6B12-4454-87EC-679B00B698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EA6997F-D35D-4B3D-8BA3-9F1D2F72DC67}">
      <dgm:prSet/>
      <dgm:spPr/>
      <dgm:t>
        <a:bodyPr/>
        <a:lstStyle/>
        <a:p>
          <a:r>
            <a:rPr lang="en-US"/>
            <a:t>- QuickBite provides a simple and efficient online food delivery solution.</a:t>
          </a:r>
        </a:p>
      </dgm:t>
    </dgm:pt>
    <dgm:pt modelId="{DABE62F7-E349-45D4-B15C-4A9D3F3AACC6}" type="parTrans" cxnId="{D99CDA1A-FB0E-4F9C-8A07-275BF2DB646B}">
      <dgm:prSet/>
      <dgm:spPr/>
      <dgm:t>
        <a:bodyPr/>
        <a:lstStyle/>
        <a:p>
          <a:endParaRPr lang="en-US"/>
        </a:p>
      </dgm:t>
    </dgm:pt>
    <dgm:pt modelId="{8E25F15A-1165-4C16-B5BC-3571222EF65F}" type="sibTrans" cxnId="{D99CDA1A-FB0E-4F9C-8A07-275BF2DB646B}">
      <dgm:prSet/>
      <dgm:spPr/>
      <dgm:t>
        <a:bodyPr/>
        <a:lstStyle/>
        <a:p>
          <a:endParaRPr lang="en-US"/>
        </a:p>
      </dgm:t>
    </dgm:pt>
    <dgm:pt modelId="{5D6B6035-64C7-469B-8641-D266501BEEAF}">
      <dgm:prSet/>
      <dgm:spPr/>
      <dgm:t>
        <a:bodyPr/>
        <a:lstStyle/>
        <a:p>
          <a:r>
            <a:rPr lang="en-US"/>
            <a:t>- The system improves food ordering and delivery management.</a:t>
          </a:r>
        </a:p>
      </dgm:t>
    </dgm:pt>
    <dgm:pt modelId="{802BB8A1-B6CF-4036-A9D0-0D76B8C06345}" type="parTrans" cxnId="{CEBFFDE1-C4D1-4E6B-BB3E-2A638753767F}">
      <dgm:prSet/>
      <dgm:spPr/>
      <dgm:t>
        <a:bodyPr/>
        <a:lstStyle/>
        <a:p>
          <a:endParaRPr lang="en-US"/>
        </a:p>
      </dgm:t>
    </dgm:pt>
    <dgm:pt modelId="{B36001DF-79B5-41B7-829B-EA540338495A}" type="sibTrans" cxnId="{CEBFFDE1-C4D1-4E6B-BB3E-2A638753767F}">
      <dgm:prSet/>
      <dgm:spPr/>
      <dgm:t>
        <a:bodyPr/>
        <a:lstStyle/>
        <a:p>
          <a:endParaRPr lang="en-US"/>
        </a:p>
      </dgm:t>
    </dgm:pt>
    <dgm:pt modelId="{84CB26BD-CE62-48D5-8BC0-8047EA7218CE}">
      <dgm:prSet/>
      <dgm:spPr/>
      <dgm:t>
        <a:bodyPr/>
        <a:lstStyle/>
        <a:p>
          <a:r>
            <a:rPr lang="en-US"/>
            <a:t>- The project helped in understanding Software Requirement Engineering concepts.</a:t>
          </a:r>
        </a:p>
      </dgm:t>
    </dgm:pt>
    <dgm:pt modelId="{00B625D9-BFB1-40A2-A0B2-A7ABC506B905}" type="parTrans" cxnId="{26A11458-D37F-495B-A39C-8FFF641D911C}">
      <dgm:prSet/>
      <dgm:spPr/>
      <dgm:t>
        <a:bodyPr/>
        <a:lstStyle/>
        <a:p>
          <a:endParaRPr lang="en-US"/>
        </a:p>
      </dgm:t>
    </dgm:pt>
    <dgm:pt modelId="{A1841CCF-30A5-43F9-8F60-B4A11543DEDA}" type="sibTrans" cxnId="{26A11458-D37F-495B-A39C-8FFF641D911C}">
      <dgm:prSet/>
      <dgm:spPr/>
      <dgm:t>
        <a:bodyPr/>
        <a:lstStyle/>
        <a:p>
          <a:endParaRPr lang="en-US"/>
        </a:p>
      </dgm:t>
    </dgm:pt>
    <dgm:pt modelId="{4F6E36B2-A664-44BA-9D61-5568D3266285}">
      <dgm:prSet/>
      <dgm:spPr/>
      <dgm:t>
        <a:bodyPr/>
        <a:lstStyle/>
        <a:p>
          <a:r>
            <a:rPr lang="en-US"/>
            <a:t>Thank You 😊</a:t>
          </a:r>
        </a:p>
      </dgm:t>
    </dgm:pt>
    <dgm:pt modelId="{370B8B51-48C5-4179-BFCD-02277543CFC6}" type="parTrans" cxnId="{1262442B-9397-41D4-9640-183B3D88F479}">
      <dgm:prSet/>
      <dgm:spPr/>
      <dgm:t>
        <a:bodyPr/>
        <a:lstStyle/>
        <a:p>
          <a:endParaRPr lang="en-US"/>
        </a:p>
      </dgm:t>
    </dgm:pt>
    <dgm:pt modelId="{3514F067-23D0-4B7D-BFAA-0F4E558B5671}" type="sibTrans" cxnId="{1262442B-9397-41D4-9640-183B3D88F479}">
      <dgm:prSet/>
      <dgm:spPr/>
      <dgm:t>
        <a:bodyPr/>
        <a:lstStyle/>
        <a:p>
          <a:endParaRPr lang="en-US"/>
        </a:p>
      </dgm:t>
    </dgm:pt>
    <dgm:pt modelId="{FAD1B09B-C240-4F59-9ADA-5F326D4A4CAE}" type="pres">
      <dgm:prSet presAssocID="{AD208A40-6B12-4454-87EC-679B00B69842}" presName="root" presStyleCnt="0">
        <dgm:presLayoutVars>
          <dgm:dir/>
          <dgm:resizeHandles val="exact"/>
        </dgm:presLayoutVars>
      </dgm:prSet>
      <dgm:spPr/>
    </dgm:pt>
    <dgm:pt modelId="{560C232C-1AE1-483A-8A32-15E0E7B21931}" type="pres">
      <dgm:prSet presAssocID="{AD208A40-6B12-4454-87EC-679B00B69842}" presName="container" presStyleCnt="0">
        <dgm:presLayoutVars>
          <dgm:dir/>
          <dgm:resizeHandles val="exact"/>
        </dgm:presLayoutVars>
      </dgm:prSet>
      <dgm:spPr/>
    </dgm:pt>
    <dgm:pt modelId="{958389B7-1218-45D7-96EA-4D784E73086C}" type="pres">
      <dgm:prSet presAssocID="{8EA6997F-D35D-4B3D-8BA3-9F1D2F72DC67}" presName="compNode" presStyleCnt="0"/>
      <dgm:spPr/>
    </dgm:pt>
    <dgm:pt modelId="{62DFE531-59FC-4CE4-B6BD-5B0C93F40DE1}" type="pres">
      <dgm:prSet presAssocID="{8EA6997F-D35D-4B3D-8BA3-9F1D2F72DC67}" presName="iconBgRect" presStyleLbl="bgShp" presStyleIdx="0" presStyleCnt="4"/>
      <dgm:spPr/>
    </dgm:pt>
    <dgm:pt modelId="{76045FE1-0611-4B04-A49F-FB1D48424107}" type="pres">
      <dgm:prSet presAssocID="{8EA6997F-D35D-4B3D-8BA3-9F1D2F72DC6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EAD3C22C-378A-4176-98D9-B6C5F8190418}" type="pres">
      <dgm:prSet presAssocID="{8EA6997F-D35D-4B3D-8BA3-9F1D2F72DC67}" presName="spaceRect" presStyleCnt="0"/>
      <dgm:spPr/>
    </dgm:pt>
    <dgm:pt modelId="{10DE6F05-D4EB-435E-B66A-48AAAADE5688}" type="pres">
      <dgm:prSet presAssocID="{8EA6997F-D35D-4B3D-8BA3-9F1D2F72DC67}" presName="textRect" presStyleLbl="revTx" presStyleIdx="0" presStyleCnt="4">
        <dgm:presLayoutVars>
          <dgm:chMax val="1"/>
          <dgm:chPref val="1"/>
        </dgm:presLayoutVars>
      </dgm:prSet>
      <dgm:spPr/>
    </dgm:pt>
    <dgm:pt modelId="{DDBA0B96-B586-4C17-9234-0B3292B99C9C}" type="pres">
      <dgm:prSet presAssocID="{8E25F15A-1165-4C16-B5BC-3571222EF65F}" presName="sibTrans" presStyleLbl="sibTrans2D1" presStyleIdx="0" presStyleCnt="0"/>
      <dgm:spPr/>
    </dgm:pt>
    <dgm:pt modelId="{7E2AF854-8DCF-4443-B72E-D95CE36971A5}" type="pres">
      <dgm:prSet presAssocID="{5D6B6035-64C7-469B-8641-D266501BEEAF}" presName="compNode" presStyleCnt="0"/>
      <dgm:spPr/>
    </dgm:pt>
    <dgm:pt modelId="{2E77237F-A31D-4508-9BF6-475E9B90B0BE}" type="pres">
      <dgm:prSet presAssocID="{5D6B6035-64C7-469B-8641-D266501BEEAF}" presName="iconBgRect" presStyleLbl="bgShp" presStyleIdx="1" presStyleCnt="4"/>
      <dgm:spPr/>
    </dgm:pt>
    <dgm:pt modelId="{8242ADB5-F152-4E2A-8A72-C6E1C21A8CB7}" type="pres">
      <dgm:prSet presAssocID="{5D6B6035-64C7-469B-8641-D266501BEE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4086FD32-6D1E-4F3A-A7DB-54D7BA25297D}" type="pres">
      <dgm:prSet presAssocID="{5D6B6035-64C7-469B-8641-D266501BEEAF}" presName="spaceRect" presStyleCnt="0"/>
      <dgm:spPr/>
    </dgm:pt>
    <dgm:pt modelId="{8FD51194-231E-495F-8E37-AC439B1DBB93}" type="pres">
      <dgm:prSet presAssocID="{5D6B6035-64C7-469B-8641-D266501BEEAF}" presName="textRect" presStyleLbl="revTx" presStyleIdx="1" presStyleCnt="4">
        <dgm:presLayoutVars>
          <dgm:chMax val="1"/>
          <dgm:chPref val="1"/>
        </dgm:presLayoutVars>
      </dgm:prSet>
      <dgm:spPr/>
    </dgm:pt>
    <dgm:pt modelId="{D47680F1-476F-469A-87B5-068D7DF8C5D8}" type="pres">
      <dgm:prSet presAssocID="{B36001DF-79B5-41B7-829B-EA540338495A}" presName="sibTrans" presStyleLbl="sibTrans2D1" presStyleIdx="0" presStyleCnt="0"/>
      <dgm:spPr/>
    </dgm:pt>
    <dgm:pt modelId="{DFB7BB30-8F96-4D94-A10E-80D7ABAE8403}" type="pres">
      <dgm:prSet presAssocID="{84CB26BD-CE62-48D5-8BC0-8047EA7218CE}" presName="compNode" presStyleCnt="0"/>
      <dgm:spPr/>
    </dgm:pt>
    <dgm:pt modelId="{867A3C3F-DB7A-4D25-AB94-31DB8F3EB73C}" type="pres">
      <dgm:prSet presAssocID="{84CB26BD-CE62-48D5-8BC0-8047EA7218CE}" presName="iconBgRect" presStyleLbl="bgShp" presStyleIdx="2" presStyleCnt="4"/>
      <dgm:spPr/>
    </dgm:pt>
    <dgm:pt modelId="{3A29E51D-10CC-4DA0-BE21-99AC180C3BB6}" type="pres">
      <dgm:prSet presAssocID="{84CB26BD-CE62-48D5-8BC0-8047EA7218C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F90D640-1C86-4F2C-9909-8135A2B5431C}" type="pres">
      <dgm:prSet presAssocID="{84CB26BD-CE62-48D5-8BC0-8047EA7218CE}" presName="spaceRect" presStyleCnt="0"/>
      <dgm:spPr/>
    </dgm:pt>
    <dgm:pt modelId="{83142789-719F-4229-97E9-D17FF3502F99}" type="pres">
      <dgm:prSet presAssocID="{84CB26BD-CE62-48D5-8BC0-8047EA7218CE}" presName="textRect" presStyleLbl="revTx" presStyleIdx="2" presStyleCnt="4">
        <dgm:presLayoutVars>
          <dgm:chMax val="1"/>
          <dgm:chPref val="1"/>
        </dgm:presLayoutVars>
      </dgm:prSet>
      <dgm:spPr/>
    </dgm:pt>
    <dgm:pt modelId="{716E69F3-1796-424D-B4C7-BF514C9ED7E3}" type="pres">
      <dgm:prSet presAssocID="{A1841CCF-30A5-43F9-8F60-B4A11543DEDA}" presName="sibTrans" presStyleLbl="sibTrans2D1" presStyleIdx="0" presStyleCnt="0"/>
      <dgm:spPr/>
    </dgm:pt>
    <dgm:pt modelId="{1725B756-8606-444C-884E-CDE7E0AC8455}" type="pres">
      <dgm:prSet presAssocID="{4F6E36B2-A664-44BA-9D61-5568D3266285}" presName="compNode" presStyleCnt="0"/>
      <dgm:spPr/>
    </dgm:pt>
    <dgm:pt modelId="{D80AAE94-9C16-4E1D-A288-36AABC81A138}" type="pres">
      <dgm:prSet presAssocID="{4F6E36B2-A664-44BA-9D61-5568D3266285}" presName="iconBgRect" presStyleLbl="bgShp" presStyleIdx="3" presStyleCnt="4"/>
      <dgm:spPr/>
    </dgm:pt>
    <dgm:pt modelId="{D2647E08-F8C7-41E8-8C95-867F2D69681F}" type="pres">
      <dgm:prSet presAssocID="{4F6E36B2-A664-44BA-9D61-5568D326628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21FCF6AA-6CC2-46A3-A688-9735A30BD101}" type="pres">
      <dgm:prSet presAssocID="{4F6E36B2-A664-44BA-9D61-5568D3266285}" presName="spaceRect" presStyleCnt="0"/>
      <dgm:spPr/>
    </dgm:pt>
    <dgm:pt modelId="{19DFA0A8-5137-43EE-834F-338AC1C88A2D}" type="pres">
      <dgm:prSet presAssocID="{4F6E36B2-A664-44BA-9D61-5568D32662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E74519-BFAB-453E-8F3D-7A6E2C4A49DD}" type="presOf" srcId="{A1841CCF-30A5-43F9-8F60-B4A11543DEDA}" destId="{716E69F3-1796-424D-B4C7-BF514C9ED7E3}" srcOrd="0" destOrd="0" presId="urn:microsoft.com/office/officeart/2018/2/layout/IconCircleList"/>
    <dgm:cxn modelId="{D99CDA1A-FB0E-4F9C-8A07-275BF2DB646B}" srcId="{AD208A40-6B12-4454-87EC-679B00B69842}" destId="{8EA6997F-D35D-4B3D-8BA3-9F1D2F72DC67}" srcOrd="0" destOrd="0" parTransId="{DABE62F7-E349-45D4-B15C-4A9D3F3AACC6}" sibTransId="{8E25F15A-1165-4C16-B5BC-3571222EF65F}"/>
    <dgm:cxn modelId="{1262442B-9397-41D4-9640-183B3D88F479}" srcId="{AD208A40-6B12-4454-87EC-679B00B69842}" destId="{4F6E36B2-A664-44BA-9D61-5568D3266285}" srcOrd="3" destOrd="0" parTransId="{370B8B51-48C5-4179-BFCD-02277543CFC6}" sibTransId="{3514F067-23D0-4B7D-BFAA-0F4E558B5671}"/>
    <dgm:cxn modelId="{C0095335-F2A5-4ECB-AA96-520EEB969737}" type="presOf" srcId="{8E25F15A-1165-4C16-B5BC-3571222EF65F}" destId="{DDBA0B96-B586-4C17-9234-0B3292B99C9C}" srcOrd="0" destOrd="0" presId="urn:microsoft.com/office/officeart/2018/2/layout/IconCircleList"/>
    <dgm:cxn modelId="{5BC53D3A-8D15-4E4F-B6A0-7E357CDD80FF}" type="presOf" srcId="{8EA6997F-D35D-4B3D-8BA3-9F1D2F72DC67}" destId="{10DE6F05-D4EB-435E-B66A-48AAAADE5688}" srcOrd="0" destOrd="0" presId="urn:microsoft.com/office/officeart/2018/2/layout/IconCircleList"/>
    <dgm:cxn modelId="{4F60115C-6C62-47C4-971F-E31E16CBCFB8}" type="presOf" srcId="{84CB26BD-CE62-48D5-8BC0-8047EA7218CE}" destId="{83142789-719F-4229-97E9-D17FF3502F99}" srcOrd="0" destOrd="0" presId="urn:microsoft.com/office/officeart/2018/2/layout/IconCircleList"/>
    <dgm:cxn modelId="{D99EF060-F2D6-4CD0-B63D-B499E68C54EB}" type="presOf" srcId="{4F6E36B2-A664-44BA-9D61-5568D3266285}" destId="{19DFA0A8-5137-43EE-834F-338AC1C88A2D}" srcOrd="0" destOrd="0" presId="urn:microsoft.com/office/officeart/2018/2/layout/IconCircleList"/>
    <dgm:cxn modelId="{26A11458-D37F-495B-A39C-8FFF641D911C}" srcId="{AD208A40-6B12-4454-87EC-679B00B69842}" destId="{84CB26BD-CE62-48D5-8BC0-8047EA7218CE}" srcOrd="2" destOrd="0" parTransId="{00B625D9-BFB1-40A2-A0B2-A7ABC506B905}" sibTransId="{A1841CCF-30A5-43F9-8F60-B4A11543DEDA}"/>
    <dgm:cxn modelId="{FD073FC8-1D95-4C11-B405-5FECE94E532B}" type="presOf" srcId="{5D6B6035-64C7-469B-8641-D266501BEEAF}" destId="{8FD51194-231E-495F-8E37-AC439B1DBB93}" srcOrd="0" destOrd="0" presId="urn:microsoft.com/office/officeart/2018/2/layout/IconCircleList"/>
    <dgm:cxn modelId="{B176AFCA-77CD-44C8-977D-801D9FB0CBA5}" type="presOf" srcId="{B36001DF-79B5-41B7-829B-EA540338495A}" destId="{D47680F1-476F-469A-87B5-068D7DF8C5D8}" srcOrd="0" destOrd="0" presId="urn:microsoft.com/office/officeart/2018/2/layout/IconCircleList"/>
    <dgm:cxn modelId="{F8ED4BDD-A300-4150-8598-AF6F75F27635}" type="presOf" srcId="{AD208A40-6B12-4454-87EC-679B00B69842}" destId="{FAD1B09B-C240-4F59-9ADA-5F326D4A4CAE}" srcOrd="0" destOrd="0" presId="urn:microsoft.com/office/officeart/2018/2/layout/IconCircleList"/>
    <dgm:cxn modelId="{CEBFFDE1-C4D1-4E6B-BB3E-2A638753767F}" srcId="{AD208A40-6B12-4454-87EC-679B00B69842}" destId="{5D6B6035-64C7-469B-8641-D266501BEEAF}" srcOrd="1" destOrd="0" parTransId="{802BB8A1-B6CF-4036-A9D0-0D76B8C06345}" sibTransId="{B36001DF-79B5-41B7-829B-EA540338495A}"/>
    <dgm:cxn modelId="{B305FA3F-7445-4E5D-8FBD-7C67F239F956}" type="presParOf" srcId="{FAD1B09B-C240-4F59-9ADA-5F326D4A4CAE}" destId="{560C232C-1AE1-483A-8A32-15E0E7B21931}" srcOrd="0" destOrd="0" presId="urn:microsoft.com/office/officeart/2018/2/layout/IconCircleList"/>
    <dgm:cxn modelId="{AA16ED2C-C15D-407B-AF9E-3F922A10E2C8}" type="presParOf" srcId="{560C232C-1AE1-483A-8A32-15E0E7B21931}" destId="{958389B7-1218-45D7-96EA-4D784E73086C}" srcOrd="0" destOrd="0" presId="urn:microsoft.com/office/officeart/2018/2/layout/IconCircleList"/>
    <dgm:cxn modelId="{BD86D50C-BC49-481F-9047-2E60EDA6F8EF}" type="presParOf" srcId="{958389B7-1218-45D7-96EA-4D784E73086C}" destId="{62DFE531-59FC-4CE4-B6BD-5B0C93F40DE1}" srcOrd="0" destOrd="0" presId="urn:microsoft.com/office/officeart/2018/2/layout/IconCircleList"/>
    <dgm:cxn modelId="{F568322E-86DC-402C-A95A-73AF0CAB1D25}" type="presParOf" srcId="{958389B7-1218-45D7-96EA-4D784E73086C}" destId="{76045FE1-0611-4B04-A49F-FB1D48424107}" srcOrd="1" destOrd="0" presId="urn:microsoft.com/office/officeart/2018/2/layout/IconCircleList"/>
    <dgm:cxn modelId="{9059A13F-EA5B-4097-AB76-9F3A9A74E724}" type="presParOf" srcId="{958389B7-1218-45D7-96EA-4D784E73086C}" destId="{EAD3C22C-378A-4176-98D9-B6C5F8190418}" srcOrd="2" destOrd="0" presId="urn:microsoft.com/office/officeart/2018/2/layout/IconCircleList"/>
    <dgm:cxn modelId="{34815C93-116A-4066-A68F-79098800493C}" type="presParOf" srcId="{958389B7-1218-45D7-96EA-4D784E73086C}" destId="{10DE6F05-D4EB-435E-B66A-48AAAADE5688}" srcOrd="3" destOrd="0" presId="urn:microsoft.com/office/officeart/2018/2/layout/IconCircleList"/>
    <dgm:cxn modelId="{51C9972F-CAAA-45C5-81CD-58A6D86CC382}" type="presParOf" srcId="{560C232C-1AE1-483A-8A32-15E0E7B21931}" destId="{DDBA0B96-B586-4C17-9234-0B3292B99C9C}" srcOrd="1" destOrd="0" presId="urn:microsoft.com/office/officeart/2018/2/layout/IconCircleList"/>
    <dgm:cxn modelId="{B273C15A-30FB-4659-8E6F-FDD4F7F04D2C}" type="presParOf" srcId="{560C232C-1AE1-483A-8A32-15E0E7B21931}" destId="{7E2AF854-8DCF-4443-B72E-D95CE36971A5}" srcOrd="2" destOrd="0" presId="urn:microsoft.com/office/officeart/2018/2/layout/IconCircleList"/>
    <dgm:cxn modelId="{8FCF5712-E9C4-41C3-B221-A8A5791FE1BC}" type="presParOf" srcId="{7E2AF854-8DCF-4443-B72E-D95CE36971A5}" destId="{2E77237F-A31D-4508-9BF6-475E9B90B0BE}" srcOrd="0" destOrd="0" presId="urn:microsoft.com/office/officeart/2018/2/layout/IconCircleList"/>
    <dgm:cxn modelId="{DC2D18B8-43FD-4792-8716-52FA39C35F21}" type="presParOf" srcId="{7E2AF854-8DCF-4443-B72E-D95CE36971A5}" destId="{8242ADB5-F152-4E2A-8A72-C6E1C21A8CB7}" srcOrd="1" destOrd="0" presId="urn:microsoft.com/office/officeart/2018/2/layout/IconCircleList"/>
    <dgm:cxn modelId="{98C3F3B8-E3E2-42A0-B64A-5D5BD33E61C7}" type="presParOf" srcId="{7E2AF854-8DCF-4443-B72E-D95CE36971A5}" destId="{4086FD32-6D1E-4F3A-A7DB-54D7BA25297D}" srcOrd="2" destOrd="0" presId="urn:microsoft.com/office/officeart/2018/2/layout/IconCircleList"/>
    <dgm:cxn modelId="{56A454C7-2875-41EB-9FB2-2593224D583A}" type="presParOf" srcId="{7E2AF854-8DCF-4443-B72E-D95CE36971A5}" destId="{8FD51194-231E-495F-8E37-AC439B1DBB93}" srcOrd="3" destOrd="0" presId="urn:microsoft.com/office/officeart/2018/2/layout/IconCircleList"/>
    <dgm:cxn modelId="{86E93851-8ADB-4F3C-A1DA-6B66239778C4}" type="presParOf" srcId="{560C232C-1AE1-483A-8A32-15E0E7B21931}" destId="{D47680F1-476F-469A-87B5-068D7DF8C5D8}" srcOrd="3" destOrd="0" presId="urn:microsoft.com/office/officeart/2018/2/layout/IconCircleList"/>
    <dgm:cxn modelId="{A3E32939-DDB3-48FF-9152-7E3CF97BC28E}" type="presParOf" srcId="{560C232C-1AE1-483A-8A32-15E0E7B21931}" destId="{DFB7BB30-8F96-4D94-A10E-80D7ABAE8403}" srcOrd="4" destOrd="0" presId="urn:microsoft.com/office/officeart/2018/2/layout/IconCircleList"/>
    <dgm:cxn modelId="{143C203C-4FFE-462A-AF25-ABFFFF2652C9}" type="presParOf" srcId="{DFB7BB30-8F96-4D94-A10E-80D7ABAE8403}" destId="{867A3C3F-DB7A-4D25-AB94-31DB8F3EB73C}" srcOrd="0" destOrd="0" presId="urn:microsoft.com/office/officeart/2018/2/layout/IconCircleList"/>
    <dgm:cxn modelId="{8A824E36-62A2-4FA8-B897-6D2B96772101}" type="presParOf" srcId="{DFB7BB30-8F96-4D94-A10E-80D7ABAE8403}" destId="{3A29E51D-10CC-4DA0-BE21-99AC180C3BB6}" srcOrd="1" destOrd="0" presId="urn:microsoft.com/office/officeart/2018/2/layout/IconCircleList"/>
    <dgm:cxn modelId="{3AF9B872-C4B2-4FE2-9DB9-78660012B6F5}" type="presParOf" srcId="{DFB7BB30-8F96-4D94-A10E-80D7ABAE8403}" destId="{9F90D640-1C86-4F2C-9909-8135A2B5431C}" srcOrd="2" destOrd="0" presId="urn:microsoft.com/office/officeart/2018/2/layout/IconCircleList"/>
    <dgm:cxn modelId="{63C4F051-EECD-47B4-8B84-5082E10F9CB2}" type="presParOf" srcId="{DFB7BB30-8F96-4D94-A10E-80D7ABAE8403}" destId="{83142789-719F-4229-97E9-D17FF3502F99}" srcOrd="3" destOrd="0" presId="urn:microsoft.com/office/officeart/2018/2/layout/IconCircleList"/>
    <dgm:cxn modelId="{A13D8515-3B1F-4073-9A54-FC7147AF9D62}" type="presParOf" srcId="{560C232C-1AE1-483A-8A32-15E0E7B21931}" destId="{716E69F3-1796-424D-B4C7-BF514C9ED7E3}" srcOrd="5" destOrd="0" presId="urn:microsoft.com/office/officeart/2018/2/layout/IconCircleList"/>
    <dgm:cxn modelId="{21FDE040-5695-4FF9-839B-D3A0171BFC9E}" type="presParOf" srcId="{560C232C-1AE1-483A-8A32-15E0E7B21931}" destId="{1725B756-8606-444C-884E-CDE7E0AC8455}" srcOrd="6" destOrd="0" presId="urn:microsoft.com/office/officeart/2018/2/layout/IconCircleList"/>
    <dgm:cxn modelId="{81E7D651-9B55-4868-964B-41D610D5B26E}" type="presParOf" srcId="{1725B756-8606-444C-884E-CDE7E0AC8455}" destId="{D80AAE94-9C16-4E1D-A288-36AABC81A138}" srcOrd="0" destOrd="0" presId="urn:microsoft.com/office/officeart/2018/2/layout/IconCircleList"/>
    <dgm:cxn modelId="{0EB697CA-03B0-4E23-B574-890B00BCA208}" type="presParOf" srcId="{1725B756-8606-444C-884E-CDE7E0AC8455}" destId="{D2647E08-F8C7-41E8-8C95-867F2D69681F}" srcOrd="1" destOrd="0" presId="urn:microsoft.com/office/officeart/2018/2/layout/IconCircleList"/>
    <dgm:cxn modelId="{2FB11CDB-F32E-4CAE-A94A-BF9B1EFE25E5}" type="presParOf" srcId="{1725B756-8606-444C-884E-CDE7E0AC8455}" destId="{21FCF6AA-6CC2-46A3-A688-9735A30BD101}" srcOrd="2" destOrd="0" presId="urn:microsoft.com/office/officeart/2018/2/layout/IconCircleList"/>
    <dgm:cxn modelId="{7198B268-FF2D-43C3-8C48-46E4E4DA0428}" type="presParOf" srcId="{1725B756-8606-444C-884E-CDE7E0AC8455}" destId="{19DFA0A8-5137-43EE-834F-338AC1C88A2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88303-9E97-40FD-AD6D-D277F28EDB81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0D6DA-4702-4467-B85B-6AA17C442888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F41EC-E969-4254-8F20-BD391704ABB9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Food delivery services are becoming an important part of daily life.</a:t>
          </a:r>
        </a:p>
      </dsp:txBody>
      <dsp:txXfrm>
        <a:off x="1058686" y="1808"/>
        <a:ext cx="6828013" cy="916611"/>
      </dsp:txXfrm>
    </dsp:sp>
    <dsp:sp modelId="{B007B934-23A8-4B29-BC05-B15F350A1F6B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85934-513F-47A1-9BAF-E3D443398551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77548-B992-4B72-904F-7007A41CE12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Traditional ordering methods create delays and management problems.</a:t>
          </a:r>
        </a:p>
      </dsp:txBody>
      <dsp:txXfrm>
        <a:off x="1058686" y="1147573"/>
        <a:ext cx="6828013" cy="916611"/>
      </dsp:txXfrm>
    </dsp:sp>
    <dsp:sp modelId="{66F371AF-F4EE-4AC1-AD50-19834F1214DD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D719A-B52D-4689-8F9B-8BB5C7094DF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88193-BEFE-4E23-846C-4D7398DEF922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Customers face issues like delayed deliveries, wrong orders, and lack of order tracking.</a:t>
          </a:r>
        </a:p>
      </dsp:txBody>
      <dsp:txXfrm>
        <a:off x="1058686" y="2293338"/>
        <a:ext cx="6828013" cy="916611"/>
      </dsp:txXfrm>
    </dsp:sp>
    <dsp:sp modelId="{F597CD57-6666-4688-8C45-97D5981483F5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66AC8-B11C-4D70-BB60-C2872DEE8DC7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6840F-8DF1-4A3D-83A5-C254B926F19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QuickBite provides a digital solution for online food ordering and delivery management.</a:t>
          </a:r>
        </a:p>
      </dsp:txBody>
      <dsp:txXfrm>
        <a:off x="1058686" y="3439103"/>
        <a:ext cx="68280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8457C-6A8B-4040-8842-D09021858FA8}">
      <dsp:nvSpPr>
        <dsp:cNvPr id="0" name=""/>
        <dsp:cNvSpPr/>
      </dsp:nvSpPr>
      <dsp:spPr>
        <a:xfrm>
          <a:off x="0" y="353412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E9960-13E8-4A5A-9A19-4969C6D6F046}">
      <dsp:nvSpPr>
        <dsp:cNvPr id="0" name=""/>
        <dsp:cNvSpPr/>
      </dsp:nvSpPr>
      <dsp:spPr>
        <a:xfrm>
          <a:off x="394335" y="72972"/>
          <a:ext cx="552069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Manual order handling</a:t>
          </a:r>
        </a:p>
      </dsp:txBody>
      <dsp:txXfrm>
        <a:off x="421715" y="100352"/>
        <a:ext cx="5465930" cy="506120"/>
      </dsp:txXfrm>
    </dsp:sp>
    <dsp:sp modelId="{6819ADBA-E5E2-4A3C-8F34-88B77D2111D7}">
      <dsp:nvSpPr>
        <dsp:cNvPr id="0" name=""/>
        <dsp:cNvSpPr/>
      </dsp:nvSpPr>
      <dsp:spPr>
        <a:xfrm>
          <a:off x="0" y="1215252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1B325-1E7A-4CE9-9838-B52C5D45E011}">
      <dsp:nvSpPr>
        <dsp:cNvPr id="0" name=""/>
        <dsp:cNvSpPr/>
      </dsp:nvSpPr>
      <dsp:spPr>
        <a:xfrm>
          <a:off x="394335" y="934812"/>
          <a:ext cx="5520690" cy="56088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Communication issues</a:t>
          </a:r>
        </a:p>
      </dsp:txBody>
      <dsp:txXfrm>
        <a:off x="421715" y="962192"/>
        <a:ext cx="5465930" cy="506120"/>
      </dsp:txXfrm>
    </dsp:sp>
    <dsp:sp modelId="{019F8774-94C7-4A50-907D-FC58B324A7C3}">
      <dsp:nvSpPr>
        <dsp:cNvPr id="0" name=""/>
        <dsp:cNvSpPr/>
      </dsp:nvSpPr>
      <dsp:spPr>
        <a:xfrm>
          <a:off x="0" y="2077092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EE164-3134-4DC0-884B-6BD012EB2177}">
      <dsp:nvSpPr>
        <dsp:cNvPr id="0" name=""/>
        <dsp:cNvSpPr/>
      </dsp:nvSpPr>
      <dsp:spPr>
        <a:xfrm>
          <a:off x="394335" y="1796652"/>
          <a:ext cx="5520690" cy="5608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Order delays</a:t>
          </a:r>
        </a:p>
      </dsp:txBody>
      <dsp:txXfrm>
        <a:off x="421715" y="1824032"/>
        <a:ext cx="5465930" cy="506120"/>
      </dsp:txXfrm>
    </dsp:sp>
    <dsp:sp modelId="{1B1ACD45-FBB0-4B1E-8BBA-E66A6331CBDE}">
      <dsp:nvSpPr>
        <dsp:cNvPr id="0" name=""/>
        <dsp:cNvSpPr/>
      </dsp:nvSpPr>
      <dsp:spPr>
        <a:xfrm>
          <a:off x="0" y="2938932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0BC8A-DADE-413B-A1C2-2F6CFB233ACF}">
      <dsp:nvSpPr>
        <dsp:cNvPr id="0" name=""/>
        <dsp:cNvSpPr/>
      </dsp:nvSpPr>
      <dsp:spPr>
        <a:xfrm>
          <a:off x="394335" y="2658492"/>
          <a:ext cx="5520690" cy="56088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Poor order tracking</a:t>
          </a:r>
        </a:p>
      </dsp:txBody>
      <dsp:txXfrm>
        <a:off x="421715" y="2685872"/>
        <a:ext cx="5465930" cy="506120"/>
      </dsp:txXfrm>
    </dsp:sp>
    <dsp:sp modelId="{A62E0036-B244-41B1-A29B-1377396AB1DB}">
      <dsp:nvSpPr>
        <dsp:cNvPr id="0" name=""/>
        <dsp:cNvSpPr/>
      </dsp:nvSpPr>
      <dsp:spPr>
        <a:xfrm>
          <a:off x="0" y="3800772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610C0-9FEF-4854-9045-113243B4E702}">
      <dsp:nvSpPr>
        <dsp:cNvPr id="0" name=""/>
        <dsp:cNvSpPr/>
      </dsp:nvSpPr>
      <dsp:spPr>
        <a:xfrm>
          <a:off x="394335" y="3520332"/>
          <a:ext cx="5520690" cy="5608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Limited payment options</a:t>
          </a:r>
        </a:p>
      </dsp:txBody>
      <dsp:txXfrm>
        <a:off x="421715" y="3547712"/>
        <a:ext cx="546593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88181-5D54-470C-91D2-14BC34901AB8}">
      <dsp:nvSpPr>
        <dsp:cNvPr id="0" name=""/>
        <dsp:cNvSpPr/>
      </dsp:nvSpPr>
      <dsp:spPr>
        <a:xfrm>
          <a:off x="0" y="3844668"/>
          <a:ext cx="1971675" cy="5046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</a:t>
          </a:r>
        </a:p>
      </dsp:txBody>
      <dsp:txXfrm>
        <a:off x="0" y="3844668"/>
        <a:ext cx="1971675" cy="504610"/>
      </dsp:txXfrm>
    </dsp:sp>
    <dsp:sp modelId="{BF8459C8-15C4-4BAB-ACC3-2F1E3EDD1C5B}">
      <dsp:nvSpPr>
        <dsp:cNvPr id="0" name=""/>
        <dsp:cNvSpPr/>
      </dsp:nvSpPr>
      <dsp:spPr>
        <a:xfrm>
          <a:off x="1971675" y="3844668"/>
          <a:ext cx="5915025" cy="50461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Improve restaurant order management</a:t>
          </a:r>
        </a:p>
      </dsp:txBody>
      <dsp:txXfrm>
        <a:off x="1971675" y="3844668"/>
        <a:ext cx="5915025" cy="504610"/>
      </dsp:txXfrm>
    </dsp:sp>
    <dsp:sp modelId="{4192CD18-3D28-416B-881B-F67FF51FA8C0}">
      <dsp:nvSpPr>
        <dsp:cNvPr id="0" name=""/>
        <dsp:cNvSpPr/>
      </dsp:nvSpPr>
      <dsp:spPr>
        <a:xfrm rot="10800000">
          <a:off x="0" y="3076146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</a:t>
          </a:r>
        </a:p>
      </dsp:txBody>
      <dsp:txXfrm rot="-10800000">
        <a:off x="0" y="3076146"/>
        <a:ext cx="1971675" cy="504459"/>
      </dsp:txXfrm>
    </dsp:sp>
    <dsp:sp modelId="{ACB9ACD3-BD35-4EDE-9145-E1A6DDE85D50}">
      <dsp:nvSpPr>
        <dsp:cNvPr id="0" name=""/>
        <dsp:cNvSpPr/>
      </dsp:nvSpPr>
      <dsp:spPr>
        <a:xfrm>
          <a:off x="1971675" y="3076146"/>
          <a:ext cx="5915025" cy="5044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Provide real-time order tracking</a:t>
          </a:r>
        </a:p>
      </dsp:txBody>
      <dsp:txXfrm>
        <a:off x="1971675" y="3076146"/>
        <a:ext cx="5915025" cy="504459"/>
      </dsp:txXfrm>
    </dsp:sp>
    <dsp:sp modelId="{47AFB5DC-E335-4971-B748-D639C913F77A}">
      <dsp:nvSpPr>
        <dsp:cNvPr id="0" name=""/>
        <dsp:cNvSpPr/>
      </dsp:nvSpPr>
      <dsp:spPr>
        <a:xfrm rot="10800000">
          <a:off x="0" y="2307624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</a:t>
          </a:r>
        </a:p>
      </dsp:txBody>
      <dsp:txXfrm rot="-10800000">
        <a:off x="0" y="2307624"/>
        <a:ext cx="1971675" cy="504459"/>
      </dsp:txXfrm>
    </dsp:sp>
    <dsp:sp modelId="{0560368D-0FF0-4F9E-A979-FDCCB8737B0F}">
      <dsp:nvSpPr>
        <dsp:cNvPr id="0" name=""/>
        <dsp:cNvSpPr/>
      </dsp:nvSpPr>
      <dsp:spPr>
        <a:xfrm>
          <a:off x="1971675" y="2307624"/>
          <a:ext cx="5915025" cy="5044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Support secure payment methods</a:t>
          </a:r>
        </a:p>
      </dsp:txBody>
      <dsp:txXfrm>
        <a:off x="1971675" y="2307624"/>
        <a:ext cx="5915025" cy="504459"/>
      </dsp:txXfrm>
    </dsp:sp>
    <dsp:sp modelId="{66DECC85-786A-47D1-A5C7-D86B36565E8F}">
      <dsp:nvSpPr>
        <dsp:cNvPr id="0" name=""/>
        <dsp:cNvSpPr/>
      </dsp:nvSpPr>
      <dsp:spPr>
        <a:xfrm rot="10800000">
          <a:off x="0" y="1539102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</a:t>
          </a:r>
        </a:p>
      </dsp:txBody>
      <dsp:txXfrm rot="-10800000">
        <a:off x="0" y="1539102"/>
        <a:ext cx="1971675" cy="504459"/>
      </dsp:txXfrm>
    </dsp:sp>
    <dsp:sp modelId="{A810AEAE-5784-495D-A108-89F45A642111}">
      <dsp:nvSpPr>
        <dsp:cNvPr id="0" name=""/>
        <dsp:cNvSpPr/>
      </dsp:nvSpPr>
      <dsp:spPr>
        <a:xfrm>
          <a:off x="1971675" y="1539102"/>
          <a:ext cx="5915025" cy="5044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Improve communication between stakeholders</a:t>
          </a:r>
        </a:p>
      </dsp:txBody>
      <dsp:txXfrm>
        <a:off x="1971675" y="1539102"/>
        <a:ext cx="5915025" cy="504459"/>
      </dsp:txXfrm>
    </dsp:sp>
    <dsp:sp modelId="{561A21EA-F8D7-4C63-853D-AF8A689D0D27}">
      <dsp:nvSpPr>
        <dsp:cNvPr id="0" name=""/>
        <dsp:cNvSpPr/>
      </dsp:nvSpPr>
      <dsp:spPr>
        <a:xfrm rot="10800000">
          <a:off x="0" y="770580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</a:t>
          </a:r>
        </a:p>
      </dsp:txBody>
      <dsp:txXfrm rot="-10800000">
        <a:off x="0" y="770580"/>
        <a:ext cx="1971675" cy="504459"/>
      </dsp:txXfrm>
    </dsp:sp>
    <dsp:sp modelId="{DFB8DE22-09ED-47EA-875B-0EF3880BF99A}">
      <dsp:nvSpPr>
        <dsp:cNvPr id="0" name=""/>
        <dsp:cNvSpPr/>
      </dsp:nvSpPr>
      <dsp:spPr>
        <a:xfrm>
          <a:off x="1971675" y="770580"/>
          <a:ext cx="5915025" cy="5044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Reduce ordering mistakes and delays</a:t>
          </a:r>
        </a:p>
      </dsp:txBody>
      <dsp:txXfrm>
        <a:off x="1971675" y="770580"/>
        <a:ext cx="5915025" cy="504459"/>
      </dsp:txXfrm>
    </dsp:sp>
    <dsp:sp modelId="{A968D34E-9BF0-4F36-B217-22EE03225D0A}">
      <dsp:nvSpPr>
        <dsp:cNvPr id="0" name=""/>
        <dsp:cNvSpPr/>
      </dsp:nvSpPr>
      <dsp:spPr>
        <a:xfrm rot="10800000">
          <a:off x="0" y="2058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</a:t>
          </a:r>
        </a:p>
      </dsp:txBody>
      <dsp:txXfrm rot="-10800000">
        <a:off x="0" y="2058"/>
        <a:ext cx="1971675" cy="504459"/>
      </dsp:txXfrm>
    </dsp:sp>
    <dsp:sp modelId="{C6EB2436-DDDD-4154-8ECC-FA6E01A2E06B}">
      <dsp:nvSpPr>
        <dsp:cNvPr id="0" name=""/>
        <dsp:cNvSpPr/>
      </dsp:nvSpPr>
      <dsp:spPr>
        <a:xfrm>
          <a:off x="1971675" y="2058"/>
          <a:ext cx="5915025" cy="50445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Provide a user-friendly food ordering system</a:t>
          </a:r>
        </a:p>
      </dsp:txBody>
      <dsp:txXfrm>
        <a:off x="1971675" y="2058"/>
        <a:ext cx="5915025" cy="5044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C21A4-DF96-414C-BB46-313633A0DE3E}">
      <dsp:nvSpPr>
        <dsp:cNvPr id="0" name=""/>
        <dsp:cNvSpPr/>
      </dsp:nvSpPr>
      <dsp:spPr>
        <a:xfrm>
          <a:off x="0" y="270319"/>
          <a:ext cx="7886700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Customer – Places food orders</a:t>
          </a:r>
        </a:p>
      </dsp:txBody>
      <dsp:txXfrm>
        <a:off x="33955" y="304274"/>
        <a:ext cx="7818790" cy="627655"/>
      </dsp:txXfrm>
    </dsp:sp>
    <dsp:sp modelId="{8765E0CE-02F5-4914-955F-7A9967E40F39}">
      <dsp:nvSpPr>
        <dsp:cNvPr id="0" name=""/>
        <dsp:cNvSpPr/>
      </dsp:nvSpPr>
      <dsp:spPr>
        <a:xfrm>
          <a:off x="0" y="1049404"/>
          <a:ext cx="7886700" cy="69556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Restaurant Owner – Manages menus and orders</a:t>
          </a:r>
        </a:p>
      </dsp:txBody>
      <dsp:txXfrm>
        <a:off x="33955" y="1083359"/>
        <a:ext cx="7818790" cy="627655"/>
      </dsp:txXfrm>
    </dsp:sp>
    <dsp:sp modelId="{B6128605-EC19-431C-9B20-97F483AEC77D}">
      <dsp:nvSpPr>
        <dsp:cNvPr id="0" name=""/>
        <dsp:cNvSpPr/>
      </dsp:nvSpPr>
      <dsp:spPr>
        <a:xfrm>
          <a:off x="0" y="1828489"/>
          <a:ext cx="7886700" cy="69556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Delivery Rider – Delivers food</a:t>
          </a:r>
        </a:p>
      </dsp:txBody>
      <dsp:txXfrm>
        <a:off x="33955" y="1862444"/>
        <a:ext cx="7818790" cy="627655"/>
      </dsp:txXfrm>
    </dsp:sp>
    <dsp:sp modelId="{B7B6D49A-1B04-4D97-94F6-028FF93B4C2D}">
      <dsp:nvSpPr>
        <dsp:cNvPr id="0" name=""/>
        <dsp:cNvSpPr/>
      </dsp:nvSpPr>
      <dsp:spPr>
        <a:xfrm>
          <a:off x="0" y="2607574"/>
          <a:ext cx="7886700" cy="69556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System Administrator – Manages system</a:t>
          </a:r>
        </a:p>
      </dsp:txBody>
      <dsp:txXfrm>
        <a:off x="33955" y="2641529"/>
        <a:ext cx="7818790" cy="627655"/>
      </dsp:txXfrm>
    </dsp:sp>
    <dsp:sp modelId="{C659E0A6-EEE5-4F67-99A8-5AB5B0FC0342}">
      <dsp:nvSpPr>
        <dsp:cNvPr id="0" name=""/>
        <dsp:cNvSpPr/>
      </dsp:nvSpPr>
      <dsp:spPr>
        <a:xfrm>
          <a:off x="0" y="3386659"/>
          <a:ext cx="7886700" cy="6955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Payment Service Provider – Handles payments</a:t>
          </a:r>
        </a:p>
      </dsp:txBody>
      <dsp:txXfrm>
        <a:off x="33955" y="3420614"/>
        <a:ext cx="7818790" cy="627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897FB-9AB9-46FB-B767-1BFAFEE138A2}">
      <dsp:nvSpPr>
        <dsp:cNvPr id="0" name=""/>
        <dsp:cNvSpPr/>
      </dsp:nvSpPr>
      <dsp:spPr>
        <a:xfrm>
          <a:off x="616148" y="917"/>
          <a:ext cx="2079500" cy="12477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User Registration &amp; Login</a:t>
          </a:r>
        </a:p>
      </dsp:txBody>
      <dsp:txXfrm>
        <a:off x="616148" y="917"/>
        <a:ext cx="2079500" cy="1247700"/>
      </dsp:txXfrm>
    </dsp:sp>
    <dsp:sp modelId="{4817CE8F-A752-48E1-89D6-C440008A2994}">
      <dsp:nvSpPr>
        <dsp:cNvPr id="0" name=""/>
        <dsp:cNvSpPr/>
      </dsp:nvSpPr>
      <dsp:spPr>
        <a:xfrm>
          <a:off x="2903599" y="917"/>
          <a:ext cx="2079500" cy="1247700"/>
        </a:xfrm>
        <a:prstGeom prst="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Search Restaurants &amp; Food</a:t>
          </a:r>
        </a:p>
      </dsp:txBody>
      <dsp:txXfrm>
        <a:off x="2903599" y="917"/>
        <a:ext cx="2079500" cy="1247700"/>
      </dsp:txXfrm>
    </dsp:sp>
    <dsp:sp modelId="{2906B8B6-C726-4CD2-92AB-647FB014493E}">
      <dsp:nvSpPr>
        <dsp:cNvPr id="0" name=""/>
        <dsp:cNvSpPr/>
      </dsp:nvSpPr>
      <dsp:spPr>
        <a:xfrm>
          <a:off x="5191050" y="917"/>
          <a:ext cx="2079500" cy="1247700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Add to Cart</a:t>
          </a:r>
        </a:p>
      </dsp:txBody>
      <dsp:txXfrm>
        <a:off x="5191050" y="917"/>
        <a:ext cx="2079500" cy="1247700"/>
      </dsp:txXfrm>
    </dsp:sp>
    <dsp:sp modelId="{3A0A25F4-C6EC-4EE7-9E04-FD7CE6FE2CF4}">
      <dsp:nvSpPr>
        <dsp:cNvPr id="0" name=""/>
        <dsp:cNvSpPr/>
      </dsp:nvSpPr>
      <dsp:spPr>
        <a:xfrm>
          <a:off x="616148" y="1456568"/>
          <a:ext cx="2079500" cy="1247700"/>
        </a:xfrm>
        <a:prstGeom prst="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Place Orders</a:t>
          </a:r>
        </a:p>
      </dsp:txBody>
      <dsp:txXfrm>
        <a:off x="616148" y="1456568"/>
        <a:ext cx="2079500" cy="1247700"/>
      </dsp:txXfrm>
    </dsp:sp>
    <dsp:sp modelId="{4159063F-C0C6-4BCB-9151-C157BCD58CF1}">
      <dsp:nvSpPr>
        <dsp:cNvPr id="0" name=""/>
        <dsp:cNvSpPr/>
      </dsp:nvSpPr>
      <dsp:spPr>
        <a:xfrm>
          <a:off x="2903599" y="1456568"/>
          <a:ext cx="2079500" cy="1247700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Online Payment</a:t>
          </a:r>
        </a:p>
      </dsp:txBody>
      <dsp:txXfrm>
        <a:off x="2903599" y="1456568"/>
        <a:ext cx="2079500" cy="1247700"/>
      </dsp:txXfrm>
    </dsp:sp>
    <dsp:sp modelId="{0E9A45EE-CA82-4B98-B243-799F719CED1A}">
      <dsp:nvSpPr>
        <dsp:cNvPr id="0" name=""/>
        <dsp:cNvSpPr/>
      </dsp:nvSpPr>
      <dsp:spPr>
        <a:xfrm>
          <a:off x="5191050" y="1456568"/>
          <a:ext cx="2079500" cy="1247700"/>
        </a:xfrm>
        <a:prstGeom prst="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Cash on Delivery</a:t>
          </a:r>
        </a:p>
      </dsp:txBody>
      <dsp:txXfrm>
        <a:off x="5191050" y="1456568"/>
        <a:ext cx="2079500" cy="1247700"/>
      </dsp:txXfrm>
    </dsp:sp>
    <dsp:sp modelId="{2725826F-D610-4BC1-A140-81CDECE3BBB6}">
      <dsp:nvSpPr>
        <dsp:cNvPr id="0" name=""/>
        <dsp:cNvSpPr/>
      </dsp:nvSpPr>
      <dsp:spPr>
        <a:xfrm>
          <a:off x="616148" y="2912218"/>
          <a:ext cx="2079500" cy="1247700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Order Tracking</a:t>
          </a:r>
        </a:p>
      </dsp:txBody>
      <dsp:txXfrm>
        <a:off x="616148" y="2912218"/>
        <a:ext cx="2079500" cy="1247700"/>
      </dsp:txXfrm>
    </dsp:sp>
    <dsp:sp modelId="{F277C38A-D0B0-4054-97FE-F1C788D603CE}">
      <dsp:nvSpPr>
        <dsp:cNvPr id="0" name=""/>
        <dsp:cNvSpPr/>
      </dsp:nvSpPr>
      <dsp:spPr>
        <a:xfrm>
          <a:off x="2903599" y="2912218"/>
          <a:ext cx="2079500" cy="1247700"/>
        </a:xfrm>
        <a:prstGeom prst="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Ratings &amp; Reviews</a:t>
          </a:r>
        </a:p>
      </dsp:txBody>
      <dsp:txXfrm>
        <a:off x="2903599" y="2912218"/>
        <a:ext cx="2079500" cy="1247700"/>
      </dsp:txXfrm>
    </dsp:sp>
    <dsp:sp modelId="{D5A876E8-D99A-4858-91D6-59491B4CFD31}">
      <dsp:nvSpPr>
        <dsp:cNvPr id="0" name=""/>
        <dsp:cNvSpPr/>
      </dsp:nvSpPr>
      <dsp:spPr>
        <a:xfrm>
          <a:off x="5191050" y="2912218"/>
          <a:ext cx="2079500" cy="124770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Admin Management</a:t>
          </a:r>
        </a:p>
      </dsp:txBody>
      <dsp:txXfrm>
        <a:off x="5191050" y="2912218"/>
        <a:ext cx="2079500" cy="12477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B97E4-4EC4-4BE1-8DAC-1BF4C8207353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2D292-F754-41E1-B8D7-7F033646D906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8E13A-35A0-4895-B13F-89F4C4783A91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Fast system response</a:t>
          </a:r>
        </a:p>
      </dsp:txBody>
      <dsp:txXfrm>
        <a:off x="228784" y="1313725"/>
        <a:ext cx="1641796" cy="656718"/>
      </dsp:txXfrm>
    </dsp:sp>
    <dsp:sp modelId="{4D80775D-C55C-4CB7-9594-B640A14E0A39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B2AE3-2311-4AAE-9486-E272D19A669D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0E09B-D5C6-4F74-989C-138E2FDCA28C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Secure password encryption</a:t>
          </a:r>
        </a:p>
      </dsp:txBody>
      <dsp:txXfrm>
        <a:off x="2157895" y="1313725"/>
        <a:ext cx="1641796" cy="656718"/>
      </dsp:txXfrm>
    </dsp:sp>
    <dsp:sp modelId="{68FC2AE7-DF03-4478-9620-02D24AB79301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569AD-9B72-4198-A283-9CF4BE895D72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54D2D-1B67-4620-9062-5BA0E4DA2535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User-friendly interface</a:t>
          </a:r>
        </a:p>
      </dsp:txBody>
      <dsp:txXfrm>
        <a:off x="4087007" y="1313725"/>
        <a:ext cx="1641796" cy="656718"/>
      </dsp:txXfrm>
    </dsp:sp>
    <dsp:sp modelId="{E012644A-BB94-4043-9A32-8B1ED2F23466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25749C-13C4-4509-82D6-E02A28F19B7B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62A51-D805-40FD-979F-747B12A682A0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- 24/7 availability</a:t>
          </a:r>
        </a:p>
      </dsp:txBody>
      <dsp:txXfrm>
        <a:off x="6016118" y="1313725"/>
        <a:ext cx="1641796" cy="656718"/>
      </dsp:txXfrm>
    </dsp:sp>
    <dsp:sp modelId="{1B51C5C1-9EA6-431D-98A5-F49F74291577}">
      <dsp:nvSpPr>
        <dsp:cNvPr id="0" name=""/>
        <dsp:cNvSpPr/>
      </dsp:nvSpPr>
      <dsp:spPr>
        <a:xfrm>
          <a:off x="1513490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5A314D-074B-4ECE-8451-001124B57668}">
      <dsp:nvSpPr>
        <dsp:cNvPr id="0" name=""/>
        <dsp:cNvSpPr/>
      </dsp:nvSpPr>
      <dsp:spPr>
        <a:xfrm>
          <a:off x="1726924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5871A-D52B-4588-90D0-1699E3AEB81B}">
      <dsp:nvSpPr>
        <dsp:cNvPr id="0" name=""/>
        <dsp:cNvSpPr/>
      </dsp:nvSpPr>
      <dsp:spPr>
        <a:xfrm>
          <a:off x="1193340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Reliable data storage</a:t>
          </a:r>
        </a:p>
      </dsp:txBody>
      <dsp:txXfrm>
        <a:off x="1193340" y="3694331"/>
        <a:ext cx="1641796" cy="656718"/>
      </dsp:txXfrm>
    </dsp:sp>
    <dsp:sp modelId="{93E93BB3-F883-4D46-BFAD-531873D250E6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048E2-3CB3-4F9F-AAC1-3C0CEDE4077A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1424A-4A13-4FD7-AC30-37A2282BE68E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Mobile &amp; web compatibility</a:t>
          </a:r>
        </a:p>
      </dsp:txBody>
      <dsp:txXfrm>
        <a:off x="3122451" y="3694331"/>
        <a:ext cx="1641796" cy="656718"/>
      </dsp:txXfrm>
    </dsp:sp>
    <dsp:sp modelId="{2C603E63-1221-4B6B-938A-DBBDF8C2D898}">
      <dsp:nvSpPr>
        <dsp:cNvPr id="0" name=""/>
        <dsp:cNvSpPr/>
      </dsp:nvSpPr>
      <dsp:spPr>
        <a:xfrm>
          <a:off x="5371713" y="2380893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C7B2C-54BD-407F-8DDF-7DC516AA19C1}">
      <dsp:nvSpPr>
        <dsp:cNvPr id="0" name=""/>
        <dsp:cNvSpPr/>
      </dsp:nvSpPr>
      <dsp:spPr>
        <a:xfrm>
          <a:off x="5585146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0AECA-1493-46E5-A666-6467F09E5DD5}">
      <dsp:nvSpPr>
        <dsp:cNvPr id="0" name=""/>
        <dsp:cNvSpPr/>
      </dsp:nvSpPr>
      <dsp:spPr>
        <a:xfrm>
          <a:off x="5051562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- Scalability and maintainability</a:t>
          </a:r>
        </a:p>
      </dsp:txBody>
      <dsp:txXfrm>
        <a:off x="5051562" y="3694331"/>
        <a:ext cx="1641796" cy="6567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40325-8C00-4879-A0EC-2CE4DE89F86D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75CED-1E88-4C2B-9CB1-87F362402F87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9F97F-1B82-4EE0-A9BF-C47E002E667B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Use Case Diagram</a:t>
          </a:r>
        </a:p>
      </dsp:txBody>
      <dsp:txXfrm>
        <a:off x="1357965" y="2319"/>
        <a:ext cx="3325983" cy="1175727"/>
      </dsp:txXfrm>
    </dsp:sp>
    <dsp:sp modelId="{474FD04E-BAA4-43C7-8322-638C5A348605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19E49-06B6-414B-83E5-3B824463B14B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4AFC1-28B7-415C-BEDA-139C1EB7099E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Activity Diagram – User Registration</a:t>
          </a:r>
        </a:p>
      </dsp:txBody>
      <dsp:txXfrm>
        <a:off x="1357965" y="1471979"/>
        <a:ext cx="3325983" cy="1175727"/>
      </dsp:txXfrm>
    </dsp:sp>
    <dsp:sp modelId="{F63B4E1A-0BD7-4E8F-9B34-0DC375CCB5BD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56BB4-7D4E-415E-B2CA-D17507817A8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61E5A-1673-4042-9DFE-D4696B554066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Activity Diagram – Place Order</a:t>
          </a:r>
        </a:p>
      </dsp:txBody>
      <dsp:txXfrm>
        <a:off x="1357965" y="2941639"/>
        <a:ext cx="3325983" cy="1175727"/>
      </dsp:txXfrm>
    </dsp:sp>
    <dsp:sp modelId="{EBC477E2-AE37-41B4-93AF-BDAC7DE6ED70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0FF0B-1775-4684-B0EE-621F376C96F3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FBB83-222B-42CB-9AF2-2398BC4DBECB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Activity Diagram – Order Delivery Process</a:t>
          </a:r>
        </a:p>
      </dsp:txBody>
      <dsp:txXfrm>
        <a:off x="1357965" y="4411299"/>
        <a:ext cx="3325983" cy="11757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7E902-BA0E-40E1-824E-1A249F225093}">
      <dsp:nvSpPr>
        <dsp:cNvPr id="0" name=""/>
        <dsp:cNvSpPr/>
      </dsp:nvSpPr>
      <dsp:spPr>
        <a:xfrm>
          <a:off x="0" y="682"/>
          <a:ext cx="46839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37838-3F5A-4186-8FB9-74EE75381A2A}">
      <dsp:nvSpPr>
        <dsp:cNvPr id="0" name=""/>
        <dsp:cNvSpPr/>
      </dsp:nvSpPr>
      <dsp:spPr>
        <a:xfrm>
          <a:off x="0" y="682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Customer</a:t>
          </a:r>
        </a:p>
      </dsp:txBody>
      <dsp:txXfrm>
        <a:off x="0" y="682"/>
        <a:ext cx="4683949" cy="798283"/>
      </dsp:txXfrm>
    </dsp:sp>
    <dsp:sp modelId="{6E7AEA39-B848-4EDA-9C31-DFEA5A4494AE}">
      <dsp:nvSpPr>
        <dsp:cNvPr id="0" name=""/>
        <dsp:cNvSpPr/>
      </dsp:nvSpPr>
      <dsp:spPr>
        <a:xfrm>
          <a:off x="0" y="798965"/>
          <a:ext cx="468394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50BA2-E95D-4385-A481-563BB6338EA3}">
      <dsp:nvSpPr>
        <dsp:cNvPr id="0" name=""/>
        <dsp:cNvSpPr/>
      </dsp:nvSpPr>
      <dsp:spPr>
        <a:xfrm>
          <a:off x="0" y="798965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Restaurant</a:t>
          </a:r>
        </a:p>
      </dsp:txBody>
      <dsp:txXfrm>
        <a:off x="0" y="798965"/>
        <a:ext cx="4683949" cy="798283"/>
      </dsp:txXfrm>
    </dsp:sp>
    <dsp:sp modelId="{0076797E-650D-416B-96E0-92A907D45269}">
      <dsp:nvSpPr>
        <dsp:cNvPr id="0" name=""/>
        <dsp:cNvSpPr/>
      </dsp:nvSpPr>
      <dsp:spPr>
        <a:xfrm>
          <a:off x="0" y="1597248"/>
          <a:ext cx="468394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4C9D7-B876-4C58-A10C-25E23ADFA2A7}">
      <dsp:nvSpPr>
        <dsp:cNvPr id="0" name=""/>
        <dsp:cNvSpPr/>
      </dsp:nvSpPr>
      <dsp:spPr>
        <a:xfrm>
          <a:off x="0" y="1597248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Menu Item</a:t>
          </a:r>
        </a:p>
      </dsp:txBody>
      <dsp:txXfrm>
        <a:off x="0" y="1597248"/>
        <a:ext cx="4683949" cy="798283"/>
      </dsp:txXfrm>
    </dsp:sp>
    <dsp:sp modelId="{2600D000-8474-432E-BFD7-A4EE1020976E}">
      <dsp:nvSpPr>
        <dsp:cNvPr id="0" name=""/>
        <dsp:cNvSpPr/>
      </dsp:nvSpPr>
      <dsp:spPr>
        <a:xfrm>
          <a:off x="0" y="2395531"/>
          <a:ext cx="468394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DA54A-B8F4-47E1-9F73-ED995441B05C}">
      <dsp:nvSpPr>
        <dsp:cNvPr id="0" name=""/>
        <dsp:cNvSpPr/>
      </dsp:nvSpPr>
      <dsp:spPr>
        <a:xfrm>
          <a:off x="0" y="2395531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Order</a:t>
          </a:r>
        </a:p>
      </dsp:txBody>
      <dsp:txXfrm>
        <a:off x="0" y="2395531"/>
        <a:ext cx="4683949" cy="798283"/>
      </dsp:txXfrm>
    </dsp:sp>
    <dsp:sp modelId="{7B3321DD-C51C-43CF-BBFF-5D778D713DF5}">
      <dsp:nvSpPr>
        <dsp:cNvPr id="0" name=""/>
        <dsp:cNvSpPr/>
      </dsp:nvSpPr>
      <dsp:spPr>
        <a:xfrm>
          <a:off x="0" y="3193815"/>
          <a:ext cx="468394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07B24-FACF-467B-A677-5F87F853CE95}">
      <dsp:nvSpPr>
        <dsp:cNvPr id="0" name=""/>
        <dsp:cNvSpPr/>
      </dsp:nvSpPr>
      <dsp:spPr>
        <a:xfrm>
          <a:off x="0" y="3193815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Payment</a:t>
          </a:r>
        </a:p>
      </dsp:txBody>
      <dsp:txXfrm>
        <a:off x="0" y="3193815"/>
        <a:ext cx="4683949" cy="798283"/>
      </dsp:txXfrm>
    </dsp:sp>
    <dsp:sp modelId="{510DF667-231A-41A9-BC01-1DCFC54E8B57}">
      <dsp:nvSpPr>
        <dsp:cNvPr id="0" name=""/>
        <dsp:cNvSpPr/>
      </dsp:nvSpPr>
      <dsp:spPr>
        <a:xfrm>
          <a:off x="0" y="3992098"/>
          <a:ext cx="46839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F654D-665E-4A72-B35B-72C6D347376C}">
      <dsp:nvSpPr>
        <dsp:cNvPr id="0" name=""/>
        <dsp:cNvSpPr/>
      </dsp:nvSpPr>
      <dsp:spPr>
        <a:xfrm>
          <a:off x="0" y="3992098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Delivery Rider</a:t>
          </a:r>
        </a:p>
      </dsp:txBody>
      <dsp:txXfrm>
        <a:off x="0" y="3992098"/>
        <a:ext cx="4683949" cy="798283"/>
      </dsp:txXfrm>
    </dsp:sp>
    <dsp:sp modelId="{0364FB01-89A2-4D85-A624-52BB07677729}">
      <dsp:nvSpPr>
        <dsp:cNvPr id="0" name=""/>
        <dsp:cNvSpPr/>
      </dsp:nvSpPr>
      <dsp:spPr>
        <a:xfrm>
          <a:off x="0" y="4790381"/>
          <a:ext cx="468394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85B19-C37F-4FD0-A263-D8A1C13CA074}">
      <dsp:nvSpPr>
        <dsp:cNvPr id="0" name=""/>
        <dsp:cNvSpPr/>
      </dsp:nvSpPr>
      <dsp:spPr>
        <a:xfrm>
          <a:off x="0" y="4790381"/>
          <a:ext cx="4683949" cy="79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Review</a:t>
          </a:r>
        </a:p>
      </dsp:txBody>
      <dsp:txXfrm>
        <a:off x="0" y="4790381"/>
        <a:ext cx="4683949" cy="7982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7E890-AE30-4024-81B3-08DA5E4BF4CA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F930-14EC-4505-836D-B1E95C7682B7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Documentation – Microsoft Word</a:t>
          </a:r>
        </a:p>
      </dsp:txBody>
      <dsp:txXfrm>
        <a:off x="2263900" y="496219"/>
        <a:ext cx="1531337" cy="1531337"/>
      </dsp:txXfrm>
    </dsp:sp>
    <dsp:sp modelId="{7E43401B-45F6-4D25-929A-336BA3A3BAD6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UML Modeling – draw.io</a:t>
          </a:r>
        </a:p>
      </dsp:txBody>
      <dsp:txXfrm>
        <a:off x="4091462" y="496219"/>
        <a:ext cx="1531337" cy="1531337"/>
      </dsp:txXfrm>
    </dsp:sp>
    <dsp:sp modelId="{7A3541A3-44E9-4CE3-B7D4-8079882F1570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Prototyping – Figma</a:t>
          </a:r>
        </a:p>
      </dsp:txBody>
      <dsp:txXfrm>
        <a:off x="2263900" y="2323781"/>
        <a:ext cx="1531337" cy="1531337"/>
      </dsp:txXfrm>
    </dsp:sp>
    <dsp:sp modelId="{4114E2CE-D262-4434-AB6B-7E3BA8B038CD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Collaboration – Google Drive</a:t>
          </a:r>
        </a:p>
      </dsp:txBody>
      <dsp:txXfrm>
        <a:off x="4091462" y="2323781"/>
        <a:ext cx="1531337" cy="15313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FE531-59FC-4CE4-B6BD-5B0C93F40DE1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45FE1-0611-4B04-A49F-FB1D48424107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E6F05-D4EB-435E-B66A-48AAAADE5688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QuickBite provides a simple and efficient online food delivery solution.</a:t>
          </a:r>
        </a:p>
      </dsp:txBody>
      <dsp:txXfrm>
        <a:off x="1330115" y="659889"/>
        <a:ext cx="2546008" cy="1080124"/>
      </dsp:txXfrm>
    </dsp:sp>
    <dsp:sp modelId="{2E77237F-A31D-4508-9BF6-475E9B90B0BE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2ADB5-F152-4E2A-8A72-C6E1C21A8CB7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51194-231E-495F-8E37-AC439B1DBB93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The system improves food ordering and delivery management.</a:t>
          </a:r>
        </a:p>
      </dsp:txBody>
      <dsp:txXfrm>
        <a:off x="5631327" y="659889"/>
        <a:ext cx="2546008" cy="1080124"/>
      </dsp:txXfrm>
    </dsp:sp>
    <dsp:sp modelId="{867A3C3F-DB7A-4D25-AB94-31DB8F3EB73C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9E51D-10CC-4DA0-BE21-99AC180C3BB6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42789-719F-4229-97E9-D17FF3502F9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The project helped in understanding Software Requirement Engineering concepts.</a:t>
          </a:r>
        </a:p>
      </dsp:txBody>
      <dsp:txXfrm>
        <a:off x="1330115" y="2452790"/>
        <a:ext cx="2546008" cy="1080124"/>
      </dsp:txXfrm>
    </dsp:sp>
    <dsp:sp modelId="{D80AAE94-9C16-4E1D-A288-36AABC81A138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47E08-F8C7-41E8-8C95-867F2D69681F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FA0A8-5137-43EE-834F-338AC1C88A2D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Thank You 😊</a:t>
          </a:r>
        </a:p>
      </dsp:txBody>
      <dsp:txXfrm>
        <a:off x="5631327" y="2452790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9/10/how-are-food-delivery-apps-revolutionizing-the-restaurant-industry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0644" y="381528"/>
            <a:ext cx="3580084" cy="27911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 err="1">
                <a:solidFill>
                  <a:schemeClr val="accent2"/>
                </a:solidFill>
                <a:latin typeface="Britannic Bold" panose="020B0903060703020204" pitchFamily="34" charset="0"/>
              </a:rPr>
              <a:t>QuickBite</a:t>
            </a:r>
            <a:r>
              <a:rPr lang="en-US"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 </a:t>
            </a:r>
            <a:br>
              <a:rPr lang="en-US"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</a:br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>
                <a:solidFill>
                  <a:schemeClr val="accent2"/>
                </a:solidFill>
                <a:latin typeface="Eras Bold ITC" panose="020B0907030504020204" pitchFamily="34" charset="0"/>
              </a:rPr>
              <a:t>Online Food Delivery System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384" y="3045008"/>
            <a:ext cx="3578706" cy="3833681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Software Requirement Engineering Lab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Submitted To: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Ma’am Sanam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Shoukat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Submitted By: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Alisha Kanwal (FA-23/BSSE/165-D)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Alina Irshad(FA-23/BSSE/199-D)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245539-F2AA-FB66-E409-DBC04A999084}"/>
              </a:ext>
            </a:extLst>
          </p:cNvPr>
          <p:cNvSpPr txBox="1"/>
          <p:nvPr/>
        </p:nvSpPr>
        <p:spPr>
          <a:xfrm>
            <a:off x="4765996" y="63453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Department of Software Engineering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A11A78-FFBD-494C-9804-1D89F280E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6200000">
            <a:off x="-1274304" y="1273422"/>
            <a:ext cx="6923157" cy="433493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1353C29-FD12-A423-B13B-B5F5A94F680A}"/>
              </a:ext>
            </a:extLst>
          </p:cNvPr>
          <p:cNvSpPr txBox="1"/>
          <p:nvPr/>
        </p:nvSpPr>
        <p:spPr>
          <a:xfrm rot="16358777">
            <a:off x="-6880053" y="7630097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technofaq.org/posts/2019/10/how-are-food-delivery-apps-revolutionizing-the-restaurant-industry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7E0EB07-7C19-563D-5383-ADE11930B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36924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Problem Statement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16ECDCB-EE7D-E648-2A2E-C59ABB591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536649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6EBCD-F133-F80E-C8D6-69B824F6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Proposed Solution:</a:t>
            </a:r>
            <a:br>
              <a:rPr lang="en-US" sz="4000"/>
            </a:br>
            <a:endParaRPr lang="en-US" sz="40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F3DF2-E6C0-6E45-8959-0B5CC2DE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QuickBite provides online food ordering, real-time tracking, secure payments, and delivery management.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4892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Project Objectives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CE7A391-387E-2D6E-E9F7-68E1DB7D3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52433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Stakeholders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3A6DE0-DE97-8D3B-4BF2-0E6F2895B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6863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2347"/>
            <a:ext cx="9144000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Functional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AEC1ED-C9D2-0CCF-979A-DD00F2976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017229"/>
              </p:ext>
            </p:extLst>
          </p:nvPr>
        </p:nvGraphicFramePr>
        <p:xfrm>
          <a:off x="628650" y="2001902"/>
          <a:ext cx="78867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499D7-4766-C562-3E73-324E3324A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71573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UML Diagrams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FD295F5-0E71-AD3C-1146-534CE20F3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12520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FA5D-2581-E62A-346A-FF5A6868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 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B83A2-1F44-17E7-E497-B7E1A861E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8745"/>
            <a:ext cx="8229600" cy="448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6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4941B5-3528-1389-627A-D56DC18C9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10" y="517827"/>
            <a:ext cx="4058395" cy="5362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67114E-B7A2-BECF-23AC-2F640B43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517827"/>
            <a:ext cx="4243591" cy="536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9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1F480-D82C-E16F-ACA1-AA46CE31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07" y="1011441"/>
            <a:ext cx="8588985" cy="46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4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ERD &amp; Database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1EA15F-6229-A0B8-B750-F34EA2CD2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21078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26E33-A51E-6CD6-85F4-E40E9D84F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1" y="745019"/>
            <a:ext cx="8830490" cy="545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01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Figma Prototype</a:t>
            </a:r>
            <a:endParaRPr lang="en-US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30E17DB4-57C2-A804-5AB8-97F6E433E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308" y="1739096"/>
            <a:ext cx="2241191" cy="45259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0C87E7-75EA-9728-C1D0-BBB0C3D40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154" y="1705525"/>
            <a:ext cx="2140060" cy="45595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B4BAB9F-E103-BDD0-B15B-265A09919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248" y="1705525"/>
            <a:ext cx="2197213" cy="46103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Tools &amp; Technologies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9282B0-C2BF-F43A-8383-4EC02C011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44603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7F3C55DE-6F1E-0AFC-B0C8-B82592F2B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0517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394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Britannic Bold</vt:lpstr>
      <vt:lpstr>Calibri</vt:lpstr>
      <vt:lpstr>Eras Bold ITC</vt:lpstr>
      <vt:lpstr>Office Theme</vt:lpstr>
      <vt:lpstr>QuickBite   Online Food Delivery System</vt:lpstr>
      <vt:lpstr>Introduction</vt:lpstr>
      <vt:lpstr>Problem Statement</vt:lpstr>
      <vt:lpstr>Proposed Solution: </vt:lpstr>
      <vt:lpstr>Project Objectives</vt:lpstr>
      <vt:lpstr>Stakeholders</vt:lpstr>
      <vt:lpstr>Functional Requirements</vt:lpstr>
      <vt:lpstr>Non-Functional Requirements</vt:lpstr>
      <vt:lpstr>UML Diagrams</vt:lpstr>
      <vt:lpstr> Use Case Diagram</vt:lpstr>
      <vt:lpstr>PowerPoint Presentation</vt:lpstr>
      <vt:lpstr>PowerPoint Presentation</vt:lpstr>
      <vt:lpstr>ERD &amp; Database</vt:lpstr>
      <vt:lpstr>PowerPoint Presentation</vt:lpstr>
      <vt:lpstr>Figma Prototype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Muhammad Zohaib</cp:lastModifiedBy>
  <cp:revision>2</cp:revision>
  <dcterms:created xsi:type="dcterms:W3CDTF">2013-01-27T09:14:16Z</dcterms:created>
  <dcterms:modified xsi:type="dcterms:W3CDTF">2026-05-17T08:16:04Z</dcterms:modified>
  <cp:category/>
</cp:coreProperties>
</file>